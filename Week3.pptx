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9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58" r:id="rId22"/>
    <p:sldId id="261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69626-F4AC-4497-B96B-36B160D8783A}" v="71" dt="2026-02-01T22:34:58.1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1" autoAdjust="0"/>
    <p:restoredTop sz="94660"/>
  </p:normalViewPr>
  <p:slideViewPr>
    <p:cSldViewPr snapToGrid="0">
      <p:cViewPr varScale="1">
        <p:scale>
          <a:sx n="98" d="100"/>
          <a:sy n="98" d="100"/>
        </p:scale>
        <p:origin x="5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rey Moe" userId="495852c6-9817-4bbb-9162-b2e8ad79383d" providerId="ADAL" clId="{45C24337-BC83-426E-8555-560DB5D20005}"/>
    <pc:docChg chg="undo redo custSel addSld modSld modMainMaster">
      <pc:chgData name="Jeffrey Moe" userId="495852c6-9817-4bbb-9162-b2e8ad79383d" providerId="ADAL" clId="{45C24337-BC83-426E-8555-560DB5D20005}" dt="2026-02-01T22:34:58.121" v="5690" actId="20577"/>
      <pc:docMkLst>
        <pc:docMk/>
      </pc:docMkLst>
      <pc:sldChg chg="addSp modSp mod setBg addAnim">
        <pc:chgData name="Jeffrey Moe" userId="495852c6-9817-4bbb-9162-b2e8ad79383d" providerId="ADAL" clId="{45C24337-BC83-426E-8555-560DB5D20005}" dt="2026-01-31T21:32:50.684" v="78"/>
        <pc:sldMkLst>
          <pc:docMk/>
          <pc:sldMk cId="2568907689" sldId="256"/>
        </pc:sldMkLst>
        <pc:spChg chg="mod">
          <ac:chgData name="Jeffrey Moe" userId="495852c6-9817-4bbb-9162-b2e8ad79383d" providerId="ADAL" clId="{45C24337-BC83-426E-8555-560DB5D20005}" dt="2026-01-31T21:32:50.684" v="76" actId="26606"/>
          <ac:spMkLst>
            <pc:docMk/>
            <pc:sldMk cId="2568907689" sldId="256"/>
            <ac:spMk id="2" creationId="{856B948A-B209-D316-404A-6FD3B55D23E8}"/>
          </ac:spMkLst>
        </pc:spChg>
        <pc:spChg chg="mod">
          <ac:chgData name="Jeffrey Moe" userId="495852c6-9817-4bbb-9162-b2e8ad79383d" providerId="ADAL" clId="{45C24337-BC83-426E-8555-560DB5D20005}" dt="2026-01-31T21:32:50.684" v="76" actId="26606"/>
          <ac:spMkLst>
            <pc:docMk/>
            <pc:sldMk cId="2568907689" sldId="256"/>
            <ac:spMk id="3" creationId="{3A1DB78E-D326-43FF-408F-5E64775DF915}"/>
          </ac:spMkLst>
        </pc:spChg>
        <pc:spChg chg="add">
          <ac:chgData name="Jeffrey Moe" userId="495852c6-9817-4bbb-9162-b2e8ad79383d" providerId="ADAL" clId="{45C24337-BC83-426E-8555-560DB5D20005}" dt="2026-01-31T21:32:50.684" v="76" actId="26606"/>
          <ac:spMkLst>
            <pc:docMk/>
            <pc:sldMk cId="2568907689" sldId="256"/>
            <ac:spMk id="10" creationId="{A3363022-C969-41E9-8EB2-E4C94908C1FA}"/>
          </ac:spMkLst>
        </pc:spChg>
        <pc:spChg chg="add">
          <ac:chgData name="Jeffrey Moe" userId="495852c6-9817-4bbb-9162-b2e8ad79383d" providerId="ADAL" clId="{45C24337-BC83-426E-8555-560DB5D20005}" dt="2026-01-31T21:32:50.684" v="76" actId="26606"/>
          <ac:spMkLst>
            <pc:docMk/>
            <pc:sldMk cId="2568907689" sldId="256"/>
            <ac:spMk id="12" creationId="{8D1AD6B3-BE88-4CEB-BA17-790657CC4729}"/>
          </ac:spMkLst>
        </pc:spChg>
        <pc:grpChg chg="add">
          <ac:chgData name="Jeffrey Moe" userId="495852c6-9817-4bbb-9162-b2e8ad79383d" providerId="ADAL" clId="{45C24337-BC83-426E-8555-560DB5D20005}" dt="2026-01-31T21:32:50.684" v="76" actId="26606"/>
          <ac:grpSpMkLst>
            <pc:docMk/>
            <pc:sldMk cId="2568907689" sldId="256"/>
            <ac:grpSpMk id="14" creationId="{89D1390B-7E13-4B4F-9CB2-391063412E54}"/>
          </ac:grpSpMkLst>
        </pc:grpChg>
        <pc:picChg chg="add">
          <ac:chgData name="Jeffrey Moe" userId="495852c6-9817-4bbb-9162-b2e8ad79383d" providerId="ADAL" clId="{45C24337-BC83-426E-8555-560DB5D20005}" dt="2026-01-31T21:32:50.684" v="76" actId="26606"/>
          <ac:picMkLst>
            <pc:docMk/>
            <pc:sldMk cId="2568907689" sldId="256"/>
            <ac:picMk id="7" creationId="{ACA09F46-C477-11DE-89EA-A215955FD5A2}"/>
          </ac:picMkLst>
        </pc:picChg>
      </pc:sldChg>
      <pc:sldChg chg="addSp delSp modSp new mod setBg">
        <pc:chgData name="Jeffrey Moe" userId="495852c6-9817-4bbb-9162-b2e8ad79383d" providerId="ADAL" clId="{45C24337-BC83-426E-8555-560DB5D20005}" dt="2026-01-31T21:32:54.616" v="79" actId="26606"/>
        <pc:sldMkLst>
          <pc:docMk/>
          <pc:sldMk cId="3703713837" sldId="257"/>
        </pc:sldMkLst>
        <pc:spChg chg="mod">
          <ac:chgData name="Jeffrey Moe" userId="495852c6-9817-4bbb-9162-b2e8ad79383d" providerId="ADAL" clId="{45C24337-BC83-426E-8555-560DB5D20005}" dt="2026-01-31T21:32:54.616" v="79" actId="26606"/>
          <ac:spMkLst>
            <pc:docMk/>
            <pc:sldMk cId="3703713837" sldId="257"/>
            <ac:spMk id="2" creationId="{EA26892F-FDB1-D55A-29F9-74FEDEE89B9B}"/>
          </ac:spMkLst>
        </pc:spChg>
        <pc:spChg chg="del mod">
          <ac:chgData name="Jeffrey Moe" userId="495852c6-9817-4bbb-9162-b2e8ad79383d" providerId="ADAL" clId="{45C24337-BC83-426E-8555-560DB5D20005}" dt="2026-01-31T21:32:54.616" v="79" actId="26606"/>
          <ac:spMkLst>
            <pc:docMk/>
            <pc:sldMk cId="3703713837" sldId="257"/>
            <ac:spMk id="3" creationId="{DC60CB24-5E1E-5EA6-8D8A-A7E90FD82ED0}"/>
          </ac:spMkLst>
        </pc:spChg>
        <pc:spChg chg="add">
          <ac:chgData name="Jeffrey Moe" userId="495852c6-9817-4bbb-9162-b2e8ad79383d" providerId="ADAL" clId="{45C24337-BC83-426E-8555-560DB5D20005}" dt="2026-01-31T21:32:54.616" v="79" actId="26606"/>
          <ac:spMkLst>
            <pc:docMk/>
            <pc:sldMk cId="3703713837" sldId="257"/>
            <ac:spMk id="9" creationId="{BACC6370-2D7E-4714-9D71-7542949D7D5D}"/>
          </ac:spMkLst>
        </pc:spChg>
        <pc:spChg chg="add">
          <ac:chgData name="Jeffrey Moe" userId="495852c6-9817-4bbb-9162-b2e8ad79383d" providerId="ADAL" clId="{45C24337-BC83-426E-8555-560DB5D20005}" dt="2026-01-31T21:32:54.616" v="79" actId="26606"/>
          <ac:spMkLst>
            <pc:docMk/>
            <pc:sldMk cId="3703713837" sldId="257"/>
            <ac:spMk id="11" creationId="{F68B3F68-107C-434F-AA38-110D5EA91B85}"/>
          </ac:spMkLst>
        </pc:spChg>
        <pc:spChg chg="add">
          <ac:chgData name="Jeffrey Moe" userId="495852c6-9817-4bbb-9162-b2e8ad79383d" providerId="ADAL" clId="{45C24337-BC83-426E-8555-560DB5D20005}" dt="2026-01-31T21:32:54.616" v="79" actId="26606"/>
          <ac:spMkLst>
            <pc:docMk/>
            <pc:sldMk cId="3703713837" sldId="257"/>
            <ac:spMk id="13" creationId="{AAD0DBB9-1A4B-4391-81D4-CB19F9AB918A}"/>
          </ac:spMkLst>
        </pc:spChg>
        <pc:spChg chg="add">
          <ac:chgData name="Jeffrey Moe" userId="495852c6-9817-4bbb-9162-b2e8ad79383d" providerId="ADAL" clId="{45C24337-BC83-426E-8555-560DB5D20005}" dt="2026-01-31T21:32:54.616" v="79" actId="26606"/>
          <ac:spMkLst>
            <pc:docMk/>
            <pc:sldMk cId="3703713837" sldId="257"/>
            <ac:spMk id="15" creationId="{063BBA22-50EA-4C4D-BE05-F1CE4E63AA56}"/>
          </ac:spMkLst>
        </pc:spChg>
        <pc:graphicFrameChg chg="add">
          <ac:chgData name="Jeffrey Moe" userId="495852c6-9817-4bbb-9162-b2e8ad79383d" providerId="ADAL" clId="{45C24337-BC83-426E-8555-560DB5D20005}" dt="2026-01-31T21:32:54.616" v="79" actId="26606"/>
          <ac:graphicFrameMkLst>
            <pc:docMk/>
            <pc:sldMk cId="3703713837" sldId="257"/>
            <ac:graphicFrameMk id="5" creationId="{03632AC9-D7B7-468F-DC6F-07037DB5591D}"/>
          </ac:graphicFrameMkLst>
        </pc:graphicFrameChg>
      </pc:sldChg>
      <pc:sldChg chg="addSp modSp new mod setBg">
        <pc:chgData name="Jeffrey Moe" userId="495852c6-9817-4bbb-9162-b2e8ad79383d" providerId="ADAL" clId="{45C24337-BC83-426E-8555-560DB5D20005}" dt="2026-02-01T22:34:58.121" v="5690" actId="20577"/>
        <pc:sldMkLst>
          <pc:docMk/>
          <pc:sldMk cId="130564329" sldId="258"/>
        </pc:sldMkLst>
        <pc:spChg chg="mod">
          <ac:chgData name="Jeffrey Moe" userId="495852c6-9817-4bbb-9162-b2e8ad79383d" providerId="ADAL" clId="{45C24337-BC83-426E-8555-560DB5D20005}" dt="2026-01-31T21:33:02.232" v="81" actId="26606"/>
          <ac:spMkLst>
            <pc:docMk/>
            <pc:sldMk cId="130564329" sldId="258"/>
            <ac:spMk id="2" creationId="{FCB2E590-0C9D-3247-0716-3EEC7F7136F8}"/>
          </ac:spMkLst>
        </pc:spChg>
        <pc:spChg chg="mod">
          <ac:chgData name="Jeffrey Moe" userId="495852c6-9817-4bbb-9162-b2e8ad79383d" providerId="ADAL" clId="{45C24337-BC83-426E-8555-560DB5D20005}" dt="2026-02-01T22:34:58.121" v="5690" actId="20577"/>
          <ac:spMkLst>
            <pc:docMk/>
            <pc:sldMk cId="130564329" sldId="258"/>
            <ac:spMk id="3" creationId="{82BB83D4-28E5-5CA4-925B-33469FCC9B29}"/>
          </ac:spMkLst>
        </pc:spChg>
        <pc:spChg chg="add">
          <ac:chgData name="Jeffrey Moe" userId="495852c6-9817-4bbb-9162-b2e8ad79383d" providerId="ADAL" clId="{45C24337-BC83-426E-8555-560DB5D20005}" dt="2026-01-31T21:33:02.232" v="81" actId="26606"/>
          <ac:spMkLst>
            <pc:docMk/>
            <pc:sldMk cId="130564329" sldId="258"/>
            <ac:spMk id="8" creationId="{1B15ED52-F352-441B-82BF-E0EA34836D08}"/>
          </ac:spMkLst>
        </pc:spChg>
        <pc:spChg chg="add">
          <ac:chgData name="Jeffrey Moe" userId="495852c6-9817-4bbb-9162-b2e8ad79383d" providerId="ADAL" clId="{45C24337-BC83-426E-8555-560DB5D20005}" dt="2026-01-31T21:33:02.232" v="81" actId="26606"/>
          <ac:spMkLst>
            <pc:docMk/>
            <pc:sldMk cId="130564329" sldId="258"/>
            <ac:spMk id="10" creationId="{3B2E3793-BFE6-45A2-9B7B-E18844431C99}"/>
          </ac:spMkLst>
        </pc:spChg>
        <pc:spChg chg="add">
          <ac:chgData name="Jeffrey Moe" userId="495852c6-9817-4bbb-9162-b2e8ad79383d" providerId="ADAL" clId="{45C24337-BC83-426E-8555-560DB5D20005}" dt="2026-01-31T21:33:02.232" v="81" actId="26606"/>
          <ac:spMkLst>
            <pc:docMk/>
            <pc:sldMk cId="130564329" sldId="258"/>
            <ac:spMk id="12" creationId="{BC4C4868-CB8F-4AF9-9CDB-8108F2C19B67}"/>
          </ac:spMkLst>
        </pc:spChg>
        <pc:spChg chg="add">
          <ac:chgData name="Jeffrey Moe" userId="495852c6-9817-4bbb-9162-b2e8ad79383d" providerId="ADAL" clId="{45C24337-BC83-426E-8555-560DB5D20005}" dt="2026-01-31T21:33:02.232" v="81" actId="26606"/>
          <ac:spMkLst>
            <pc:docMk/>
            <pc:sldMk cId="130564329" sldId="258"/>
            <ac:spMk id="14" creationId="{375E0459-6403-40CD-989D-56A4407CA12E}"/>
          </ac:spMkLst>
        </pc:spChg>
        <pc:spChg chg="add">
          <ac:chgData name="Jeffrey Moe" userId="495852c6-9817-4bbb-9162-b2e8ad79383d" providerId="ADAL" clId="{45C24337-BC83-426E-8555-560DB5D20005}" dt="2026-01-31T21:33:02.232" v="81" actId="26606"/>
          <ac:spMkLst>
            <pc:docMk/>
            <pc:sldMk cId="130564329" sldId="258"/>
            <ac:spMk id="16" creationId="{53E5B1A8-3AC9-4BD1-9BBC-78CA94F2D1BA}"/>
          </ac:spMkLst>
        </pc:spChg>
      </pc:sldChg>
      <pc:sldChg chg="addSp modSp new mod setBg">
        <pc:chgData name="Jeffrey Moe" userId="495852c6-9817-4bbb-9162-b2e8ad79383d" providerId="ADAL" clId="{45C24337-BC83-426E-8555-560DB5D20005}" dt="2026-01-31T21:32:57.684" v="80" actId="26606"/>
        <pc:sldMkLst>
          <pc:docMk/>
          <pc:sldMk cId="2476230544" sldId="259"/>
        </pc:sldMkLst>
        <pc:spChg chg="mod">
          <ac:chgData name="Jeffrey Moe" userId="495852c6-9817-4bbb-9162-b2e8ad79383d" providerId="ADAL" clId="{45C24337-BC83-426E-8555-560DB5D20005}" dt="2026-01-31T21:32:57.684" v="80" actId="26606"/>
          <ac:spMkLst>
            <pc:docMk/>
            <pc:sldMk cId="2476230544" sldId="259"/>
            <ac:spMk id="2" creationId="{66D0C5BF-1105-D068-7EAD-DD4AA5C6B66F}"/>
          </ac:spMkLst>
        </pc:spChg>
        <pc:spChg chg="mod">
          <ac:chgData name="Jeffrey Moe" userId="495852c6-9817-4bbb-9162-b2e8ad79383d" providerId="ADAL" clId="{45C24337-BC83-426E-8555-560DB5D20005}" dt="2026-01-31T21:32:57.684" v="80" actId="26606"/>
          <ac:spMkLst>
            <pc:docMk/>
            <pc:sldMk cId="2476230544" sldId="259"/>
            <ac:spMk id="3" creationId="{21B6108C-C420-87FD-1117-ED25853ECB6E}"/>
          </ac:spMkLst>
        </pc:spChg>
        <pc:spChg chg="add">
          <ac:chgData name="Jeffrey Moe" userId="495852c6-9817-4bbb-9162-b2e8ad79383d" providerId="ADAL" clId="{45C24337-BC83-426E-8555-560DB5D20005}" dt="2026-01-31T21:32:57.684" v="80" actId="26606"/>
          <ac:spMkLst>
            <pc:docMk/>
            <pc:sldMk cId="2476230544" sldId="259"/>
            <ac:spMk id="8" creationId="{6F5A5072-7B47-4D32-B52A-4EBBF590B8A5}"/>
          </ac:spMkLst>
        </pc:spChg>
        <pc:spChg chg="add">
          <ac:chgData name="Jeffrey Moe" userId="495852c6-9817-4bbb-9162-b2e8ad79383d" providerId="ADAL" clId="{45C24337-BC83-426E-8555-560DB5D20005}" dt="2026-01-31T21:32:57.684" v="80" actId="26606"/>
          <ac:spMkLst>
            <pc:docMk/>
            <pc:sldMk cId="2476230544" sldId="259"/>
            <ac:spMk id="10" creationId="{9715DAF0-AE1B-46C9-8A6B-DB2AA05AB91D}"/>
          </ac:spMkLst>
        </pc:spChg>
        <pc:spChg chg="add">
          <ac:chgData name="Jeffrey Moe" userId="495852c6-9817-4bbb-9162-b2e8ad79383d" providerId="ADAL" clId="{45C24337-BC83-426E-8555-560DB5D20005}" dt="2026-01-31T21:32:57.684" v="80" actId="26606"/>
          <ac:spMkLst>
            <pc:docMk/>
            <pc:sldMk cId="2476230544" sldId="259"/>
            <ac:spMk id="12" creationId="{6016219D-510E-4184-9090-6D5578A87BD1}"/>
          </ac:spMkLst>
        </pc:spChg>
        <pc:spChg chg="add">
          <ac:chgData name="Jeffrey Moe" userId="495852c6-9817-4bbb-9162-b2e8ad79383d" providerId="ADAL" clId="{45C24337-BC83-426E-8555-560DB5D20005}" dt="2026-01-31T21:32:57.684" v="80" actId="26606"/>
          <ac:spMkLst>
            <pc:docMk/>
            <pc:sldMk cId="2476230544" sldId="259"/>
            <ac:spMk id="14" creationId="{AFF4A713-7B75-4B21-90D7-5AB19547C728}"/>
          </ac:spMkLst>
        </pc:spChg>
        <pc:spChg chg="add">
          <ac:chgData name="Jeffrey Moe" userId="495852c6-9817-4bbb-9162-b2e8ad79383d" providerId="ADAL" clId="{45C24337-BC83-426E-8555-560DB5D20005}" dt="2026-01-31T21:32:57.684" v="80" actId="26606"/>
          <ac:spMkLst>
            <pc:docMk/>
            <pc:sldMk cId="2476230544" sldId="259"/>
            <ac:spMk id="16" creationId="{DC631C0B-6DA6-4E57-8231-CE32B3434A7E}"/>
          </ac:spMkLst>
        </pc:spChg>
        <pc:spChg chg="add">
          <ac:chgData name="Jeffrey Moe" userId="495852c6-9817-4bbb-9162-b2e8ad79383d" providerId="ADAL" clId="{45C24337-BC83-426E-8555-560DB5D20005}" dt="2026-01-31T21:32:57.684" v="80" actId="26606"/>
          <ac:spMkLst>
            <pc:docMk/>
            <pc:sldMk cId="2476230544" sldId="259"/>
            <ac:spMk id="18" creationId="{C29501E6-A978-4A61-9689-9085AF97A53A}"/>
          </ac:spMkLst>
        </pc:spChg>
      </pc:sldChg>
      <pc:sldChg chg="addSp modSp new mod setBg modNotesTx">
        <pc:chgData name="Jeffrey Moe" userId="495852c6-9817-4bbb-9162-b2e8ad79383d" providerId="ADAL" clId="{45C24337-BC83-426E-8555-560DB5D20005}" dt="2026-02-01T19:02:29.715" v="754" actId="403"/>
        <pc:sldMkLst>
          <pc:docMk/>
          <pc:sldMk cId="604527475" sldId="260"/>
        </pc:sldMkLst>
        <pc:spChg chg="mod">
          <ac:chgData name="Jeffrey Moe" userId="495852c6-9817-4bbb-9162-b2e8ad79383d" providerId="ADAL" clId="{45C24337-BC83-426E-8555-560DB5D20005}" dt="2026-02-01T18:58:07.900" v="584" actId="26606"/>
          <ac:spMkLst>
            <pc:docMk/>
            <pc:sldMk cId="604527475" sldId="260"/>
            <ac:spMk id="2" creationId="{D53F8FE2-4A2D-17C6-A62C-9AC2AC356938}"/>
          </ac:spMkLst>
        </pc:spChg>
        <pc:spChg chg="mod">
          <ac:chgData name="Jeffrey Moe" userId="495852c6-9817-4bbb-9162-b2e8ad79383d" providerId="ADAL" clId="{45C24337-BC83-426E-8555-560DB5D20005}" dt="2026-02-01T19:02:29.715" v="754" actId="403"/>
          <ac:spMkLst>
            <pc:docMk/>
            <pc:sldMk cId="604527475" sldId="260"/>
            <ac:spMk id="3" creationId="{0A97FBA6-37BF-23D3-2192-5FD9D671CE1F}"/>
          </ac:spMkLst>
        </pc:spChg>
        <pc:spChg chg="add">
          <ac:chgData name="Jeffrey Moe" userId="495852c6-9817-4bbb-9162-b2e8ad79383d" providerId="ADAL" clId="{45C24337-BC83-426E-8555-560DB5D20005}" dt="2026-02-01T18:58:07.900" v="584" actId="26606"/>
          <ac:spMkLst>
            <pc:docMk/>
            <pc:sldMk cId="604527475" sldId="260"/>
            <ac:spMk id="8" creationId="{1B15ED52-F352-441B-82BF-E0EA34836D08}"/>
          </ac:spMkLst>
        </pc:spChg>
        <pc:spChg chg="add">
          <ac:chgData name="Jeffrey Moe" userId="495852c6-9817-4bbb-9162-b2e8ad79383d" providerId="ADAL" clId="{45C24337-BC83-426E-8555-560DB5D20005}" dt="2026-02-01T18:58:07.900" v="584" actId="26606"/>
          <ac:spMkLst>
            <pc:docMk/>
            <pc:sldMk cId="604527475" sldId="260"/>
            <ac:spMk id="10" creationId="{3B2E3793-BFE6-45A2-9B7B-E18844431C99}"/>
          </ac:spMkLst>
        </pc:spChg>
        <pc:spChg chg="add">
          <ac:chgData name="Jeffrey Moe" userId="495852c6-9817-4bbb-9162-b2e8ad79383d" providerId="ADAL" clId="{45C24337-BC83-426E-8555-560DB5D20005}" dt="2026-02-01T18:58:07.900" v="584" actId="26606"/>
          <ac:spMkLst>
            <pc:docMk/>
            <pc:sldMk cId="604527475" sldId="260"/>
            <ac:spMk id="12" creationId="{BC4C4868-CB8F-4AF9-9CDB-8108F2C19B67}"/>
          </ac:spMkLst>
        </pc:spChg>
        <pc:spChg chg="add">
          <ac:chgData name="Jeffrey Moe" userId="495852c6-9817-4bbb-9162-b2e8ad79383d" providerId="ADAL" clId="{45C24337-BC83-426E-8555-560DB5D20005}" dt="2026-02-01T18:58:07.900" v="584" actId="26606"/>
          <ac:spMkLst>
            <pc:docMk/>
            <pc:sldMk cId="604527475" sldId="260"/>
            <ac:spMk id="14" creationId="{375E0459-6403-40CD-989D-56A4407CA12E}"/>
          </ac:spMkLst>
        </pc:spChg>
        <pc:spChg chg="add">
          <ac:chgData name="Jeffrey Moe" userId="495852c6-9817-4bbb-9162-b2e8ad79383d" providerId="ADAL" clId="{45C24337-BC83-426E-8555-560DB5D20005}" dt="2026-02-01T18:58:07.900" v="584" actId="26606"/>
          <ac:spMkLst>
            <pc:docMk/>
            <pc:sldMk cId="604527475" sldId="260"/>
            <ac:spMk id="16" creationId="{53E5B1A8-3AC9-4BD1-9BBC-78CA94F2D1BA}"/>
          </ac:spMkLst>
        </pc:spChg>
      </pc:sldChg>
      <pc:sldChg chg="addSp modSp new mod setBg">
        <pc:chgData name="Jeffrey Moe" userId="495852c6-9817-4bbb-9162-b2e8ad79383d" providerId="ADAL" clId="{45C24337-BC83-426E-8555-560DB5D20005}" dt="2026-02-01T18:49:23.820" v="193" actId="27636"/>
        <pc:sldMkLst>
          <pc:docMk/>
          <pc:sldMk cId="771457109" sldId="261"/>
        </pc:sldMkLst>
        <pc:spChg chg="mod">
          <ac:chgData name="Jeffrey Moe" userId="495852c6-9817-4bbb-9162-b2e8ad79383d" providerId="ADAL" clId="{45C24337-BC83-426E-8555-560DB5D20005}" dt="2026-01-31T21:38:11.958" v="154" actId="26606"/>
          <ac:spMkLst>
            <pc:docMk/>
            <pc:sldMk cId="771457109" sldId="261"/>
            <ac:spMk id="2" creationId="{E7735432-A7F5-281E-62ED-8EB6B3590FED}"/>
          </ac:spMkLst>
        </pc:spChg>
        <pc:spChg chg="mod">
          <ac:chgData name="Jeffrey Moe" userId="495852c6-9817-4bbb-9162-b2e8ad79383d" providerId="ADAL" clId="{45C24337-BC83-426E-8555-560DB5D20005}" dt="2026-02-01T18:49:23.820" v="193" actId="27636"/>
          <ac:spMkLst>
            <pc:docMk/>
            <pc:sldMk cId="771457109" sldId="261"/>
            <ac:spMk id="3" creationId="{906DA777-4CA4-5CCD-EC59-5D32A5FE0CA2}"/>
          </ac:spMkLst>
        </pc:spChg>
        <pc:spChg chg="add">
          <ac:chgData name="Jeffrey Moe" userId="495852c6-9817-4bbb-9162-b2e8ad79383d" providerId="ADAL" clId="{45C24337-BC83-426E-8555-560DB5D20005}" dt="2026-01-31T21:38:11.958" v="154" actId="26606"/>
          <ac:spMkLst>
            <pc:docMk/>
            <pc:sldMk cId="771457109" sldId="261"/>
            <ac:spMk id="8" creationId="{1B15ED52-F352-441B-82BF-E0EA34836D08}"/>
          </ac:spMkLst>
        </pc:spChg>
        <pc:spChg chg="add">
          <ac:chgData name="Jeffrey Moe" userId="495852c6-9817-4bbb-9162-b2e8ad79383d" providerId="ADAL" clId="{45C24337-BC83-426E-8555-560DB5D20005}" dt="2026-01-31T21:38:11.958" v="154" actId="26606"/>
          <ac:spMkLst>
            <pc:docMk/>
            <pc:sldMk cId="771457109" sldId="261"/>
            <ac:spMk id="10" creationId="{3B2E3793-BFE6-45A2-9B7B-E18844431C99}"/>
          </ac:spMkLst>
        </pc:spChg>
        <pc:spChg chg="add">
          <ac:chgData name="Jeffrey Moe" userId="495852c6-9817-4bbb-9162-b2e8ad79383d" providerId="ADAL" clId="{45C24337-BC83-426E-8555-560DB5D20005}" dt="2026-01-31T21:38:11.958" v="154" actId="26606"/>
          <ac:spMkLst>
            <pc:docMk/>
            <pc:sldMk cId="771457109" sldId="261"/>
            <ac:spMk id="12" creationId="{BC4C4868-CB8F-4AF9-9CDB-8108F2C19B67}"/>
          </ac:spMkLst>
        </pc:spChg>
        <pc:spChg chg="add">
          <ac:chgData name="Jeffrey Moe" userId="495852c6-9817-4bbb-9162-b2e8ad79383d" providerId="ADAL" clId="{45C24337-BC83-426E-8555-560DB5D20005}" dt="2026-01-31T21:38:11.958" v="154" actId="26606"/>
          <ac:spMkLst>
            <pc:docMk/>
            <pc:sldMk cId="771457109" sldId="261"/>
            <ac:spMk id="14" creationId="{375E0459-6403-40CD-989D-56A4407CA12E}"/>
          </ac:spMkLst>
        </pc:spChg>
        <pc:spChg chg="add">
          <ac:chgData name="Jeffrey Moe" userId="495852c6-9817-4bbb-9162-b2e8ad79383d" providerId="ADAL" clId="{45C24337-BC83-426E-8555-560DB5D20005}" dt="2026-01-31T21:38:11.958" v="154" actId="26606"/>
          <ac:spMkLst>
            <pc:docMk/>
            <pc:sldMk cId="771457109" sldId="261"/>
            <ac:spMk id="16" creationId="{53E5B1A8-3AC9-4BD1-9BBC-78CA94F2D1BA}"/>
          </ac:spMkLst>
        </pc:spChg>
      </pc:sldChg>
      <pc:sldChg chg="addSp delSp modSp new mod setBg modNotesTx">
        <pc:chgData name="Jeffrey Moe" userId="495852c6-9817-4bbb-9162-b2e8ad79383d" providerId="ADAL" clId="{45C24337-BC83-426E-8555-560DB5D20005}" dt="2026-02-01T19:13:31.409" v="1146" actId="20577"/>
        <pc:sldMkLst>
          <pc:docMk/>
          <pc:sldMk cId="4016066985" sldId="262"/>
        </pc:sldMkLst>
        <pc:spChg chg="mod">
          <ac:chgData name="Jeffrey Moe" userId="495852c6-9817-4bbb-9162-b2e8ad79383d" providerId="ADAL" clId="{45C24337-BC83-426E-8555-560DB5D20005}" dt="2026-02-01T19:07:37.622" v="817" actId="26606"/>
          <ac:spMkLst>
            <pc:docMk/>
            <pc:sldMk cId="4016066985" sldId="262"/>
            <ac:spMk id="2" creationId="{4689FB54-7991-EB5F-826A-6EE3B27F99B7}"/>
          </ac:spMkLst>
        </pc:spChg>
        <pc:spChg chg="del">
          <ac:chgData name="Jeffrey Moe" userId="495852c6-9817-4bbb-9162-b2e8ad79383d" providerId="ADAL" clId="{45C24337-BC83-426E-8555-560DB5D20005}" dt="2026-02-01T19:03:28.474" v="784" actId="478"/>
          <ac:spMkLst>
            <pc:docMk/>
            <pc:sldMk cId="4016066985" sldId="262"/>
            <ac:spMk id="3" creationId="{800F36D8-56B2-BD87-DA58-6F298E6183E1}"/>
          </ac:spMkLst>
        </pc:spChg>
        <pc:spChg chg="add del">
          <ac:chgData name="Jeffrey Moe" userId="495852c6-9817-4bbb-9162-b2e8ad79383d" providerId="ADAL" clId="{45C24337-BC83-426E-8555-560DB5D20005}" dt="2026-02-01T19:04:04.301" v="786" actId="478"/>
          <ac:spMkLst>
            <pc:docMk/>
            <pc:sldMk cId="4016066985" sldId="262"/>
            <ac:spMk id="5" creationId="{04A006E9-5BE3-D8B3-2D54-105DD99AC544}"/>
          </ac:spMkLst>
        </pc:spChg>
        <pc:spChg chg="add">
          <ac:chgData name="Jeffrey Moe" userId="495852c6-9817-4bbb-9162-b2e8ad79383d" providerId="ADAL" clId="{45C24337-BC83-426E-8555-560DB5D20005}" dt="2026-02-01T19:07:37.622" v="817" actId="26606"/>
          <ac:spMkLst>
            <pc:docMk/>
            <pc:sldMk cId="4016066985" sldId="262"/>
            <ac:spMk id="18" creationId="{398F3DEE-0E56-499F-AFAE-C2DA7C2C815B}"/>
          </ac:spMkLst>
        </pc:spChg>
        <pc:spChg chg="add">
          <ac:chgData name="Jeffrey Moe" userId="495852c6-9817-4bbb-9162-b2e8ad79383d" providerId="ADAL" clId="{45C24337-BC83-426E-8555-560DB5D20005}" dt="2026-02-01T19:07:37.622" v="817" actId="26606"/>
          <ac:spMkLst>
            <pc:docMk/>
            <pc:sldMk cId="4016066985" sldId="262"/>
            <ac:spMk id="20" creationId="{E85CCF60-79A2-440A-86A2-1A64A59F7B5C}"/>
          </ac:spMkLst>
        </pc:spChg>
        <pc:spChg chg="add">
          <ac:chgData name="Jeffrey Moe" userId="495852c6-9817-4bbb-9162-b2e8ad79383d" providerId="ADAL" clId="{45C24337-BC83-426E-8555-560DB5D20005}" dt="2026-02-01T19:07:37.622" v="817" actId="26606"/>
          <ac:spMkLst>
            <pc:docMk/>
            <pc:sldMk cId="4016066985" sldId="262"/>
            <ac:spMk id="22" creationId="{3F2162BA-EECD-43E0-99D9-C00B19482E50}"/>
          </ac:spMkLst>
        </pc:spChg>
        <pc:spChg chg="add">
          <ac:chgData name="Jeffrey Moe" userId="495852c6-9817-4bbb-9162-b2e8ad79383d" providerId="ADAL" clId="{45C24337-BC83-426E-8555-560DB5D20005}" dt="2026-02-01T19:07:37.622" v="817" actId="26606"/>
          <ac:spMkLst>
            <pc:docMk/>
            <pc:sldMk cId="4016066985" sldId="262"/>
            <ac:spMk id="24" creationId="{160DB805-F71F-46BB-A8CC-74F6D8306F98}"/>
          </ac:spMkLst>
        </pc:spChg>
        <pc:spChg chg="add">
          <ac:chgData name="Jeffrey Moe" userId="495852c6-9817-4bbb-9162-b2e8ad79383d" providerId="ADAL" clId="{45C24337-BC83-426E-8555-560DB5D20005}" dt="2026-02-01T19:07:37.622" v="817" actId="26606"/>
          <ac:spMkLst>
            <pc:docMk/>
            <pc:sldMk cId="4016066985" sldId="262"/>
            <ac:spMk id="26" creationId="{6F91054C-3439-420E-88EB-F0A5637EC5C4}"/>
          </ac:spMkLst>
        </pc:spChg>
        <pc:picChg chg="add mod">
          <ac:chgData name="Jeffrey Moe" userId="495852c6-9817-4bbb-9162-b2e8ad79383d" providerId="ADAL" clId="{45C24337-BC83-426E-8555-560DB5D20005}" dt="2026-02-01T19:08:15.009" v="833" actId="1076"/>
          <ac:picMkLst>
            <pc:docMk/>
            <pc:sldMk cId="4016066985" sldId="262"/>
            <ac:picMk id="7" creationId="{3E16EC31-1BDD-8BE8-6CBB-0E33ECF961A1}"/>
          </ac:picMkLst>
        </pc:picChg>
        <pc:picChg chg="add mod">
          <ac:chgData name="Jeffrey Moe" userId="495852c6-9817-4bbb-9162-b2e8ad79383d" providerId="ADAL" clId="{45C24337-BC83-426E-8555-560DB5D20005}" dt="2026-02-01T19:08:10.750" v="832" actId="1076"/>
          <ac:picMkLst>
            <pc:docMk/>
            <pc:sldMk cId="4016066985" sldId="262"/>
            <ac:picMk id="9" creationId="{B9DA8F48-8796-45E6-E317-1E090942F0BC}"/>
          </ac:picMkLst>
        </pc:picChg>
        <pc:picChg chg="add mod ord">
          <ac:chgData name="Jeffrey Moe" userId="495852c6-9817-4bbb-9162-b2e8ad79383d" providerId="ADAL" clId="{45C24337-BC83-426E-8555-560DB5D20005}" dt="2026-02-01T19:07:44.656" v="819" actId="1076"/>
          <ac:picMkLst>
            <pc:docMk/>
            <pc:sldMk cId="4016066985" sldId="262"/>
            <ac:picMk id="11" creationId="{2863D194-402F-61FD-F96E-B1E4D4E6B143}"/>
          </ac:picMkLst>
        </pc:picChg>
        <pc:picChg chg="add mod">
          <ac:chgData name="Jeffrey Moe" userId="495852c6-9817-4bbb-9162-b2e8ad79383d" providerId="ADAL" clId="{45C24337-BC83-426E-8555-560DB5D20005}" dt="2026-02-01T19:08:08.476" v="831" actId="1076"/>
          <ac:picMkLst>
            <pc:docMk/>
            <pc:sldMk cId="4016066985" sldId="262"/>
            <ac:picMk id="13" creationId="{A7F54DA3-E5CC-0AC1-4E8E-5733B169A552}"/>
          </ac:picMkLst>
        </pc:picChg>
        <pc:picChg chg="add del">
          <ac:chgData name="Jeffrey Moe" userId="495852c6-9817-4bbb-9162-b2e8ad79383d" providerId="ADAL" clId="{45C24337-BC83-426E-8555-560DB5D20005}" dt="2026-02-01T19:06:33.410" v="801" actId="22"/>
          <ac:picMkLst>
            <pc:docMk/>
            <pc:sldMk cId="4016066985" sldId="262"/>
            <ac:picMk id="15" creationId="{3992C09F-333E-9D4A-3E03-058963FB9CBA}"/>
          </ac:picMkLst>
        </pc:picChg>
      </pc:sldChg>
      <pc:sldChg chg="addSp delSp modSp new mod setBg">
        <pc:chgData name="Jeffrey Moe" userId="495852c6-9817-4bbb-9162-b2e8ad79383d" providerId="ADAL" clId="{45C24337-BC83-426E-8555-560DB5D20005}" dt="2026-02-01T19:08:19.536" v="834" actId="26606"/>
        <pc:sldMkLst>
          <pc:docMk/>
          <pc:sldMk cId="3881884972" sldId="263"/>
        </pc:sldMkLst>
        <pc:spChg chg="mod">
          <ac:chgData name="Jeffrey Moe" userId="495852c6-9817-4bbb-9162-b2e8ad79383d" providerId="ADAL" clId="{45C24337-BC83-426E-8555-560DB5D20005}" dt="2026-02-01T19:08:19.536" v="834" actId="26606"/>
          <ac:spMkLst>
            <pc:docMk/>
            <pc:sldMk cId="3881884972" sldId="263"/>
            <ac:spMk id="2" creationId="{307850A8-41A9-A848-A4FB-8661A3BFD10D}"/>
          </ac:spMkLst>
        </pc:spChg>
        <pc:spChg chg="del">
          <ac:chgData name="Jeffrey Moe" userId="495852c6-9817-4bbb-9162-b2e8ad79383d" providerId="ADAL" clId="{45C24337-BC83-426E-8555-560DB5D20005}" dt="2026-02-01T19:06:37.270" v="803" actId="478"/>
          <ac:spMkLst>
            <pc:docMk/>
            <pc:sldMk cId="3881884972" sldId="263"/>
            <ac:spMk id="3" creationId="{67BC7601-1F63-3B6D-BC33-689766CEF51E}"/>
          </ac:spMkLst>
        </pc:spChg>
        <pc:spChg chg="add">
          <ac:chgData name="Jeffrey Moe" userId="495852c6-9817-4bbb-9162-b2e8ad79383d" providerId="ADAL" clId="{45C24337-BC83-426E-8555-560DB5D20005}" dt="2026-02-01T19:08:19.536" v="834" actId="26606"/>
          <ac:spMkLst>
            <pc:docMk/>
            <pc:sldMk cId="3881884972" sldId="263"/>
            <ac:spMk id="10" creationId="{A8384FB5-9ADC-4DDC-881B-597D56F5B15D}"/>
          </ac:spMkLst>
        </pc:spChg>
        <pc:spChg chg="add">
          <ac:chgData name="Jeffrey Moe" userId="495852c6-9817-4bbb-9162-b2e8ad79383d" providerId="ADAL" clId="{45C24337-BC83-426E-8555-560DB5D20005}" dt="2026-02-01T19:08:19.536" v="834" actId="26606"/>
          <ac:spMkLst>
            <pc:docMk/>
            <pc:sldMk cId="3881884972" sldId="263"/>
            <ac:spMk id="12" creationId="{1199E1B1-A8C0-4FE8-A5A8-1CB41D69F857}"/>
          </ac:spMkLst>
        </pc:spChg>
        <pc:spChg chg="add">
          <ac:chgData name="Jeffrey Moe" userId="495852c6-9817-4bbb-9162-b2e8ad79383d" providerId="ADAL" clId="{45C24337-BC83-426E-8555-560DB5D20005}" dt="2026-02-01T19:08:19.536" v="834" actId="26606"/>
          <ac:spMkLst>
            <pc:docMk/>
            <pc:sldMk cId="3881884972" sldId="263"/>
            <ac:spMk id="14" creationId="{84A8DE83-DE75-4B41-9DB4-A7EC0B0DEC0B}"/>
          </ac:spMkLst>
        </pc:spChg>
        <pc:spChg chg="add">
          <ac:chgData name="Jeffrey Moe" userId="495852c6-9817-4bbb-9162-b2e8ad79383d" providerId="ADAL" clId="{45C24337-BC83-426E-8555-560DB5D20005}" dt="2026-02-01T19:08:19.536" v="834" actId="26606"/>
          <ac:spMkLst>
            <pc:docMk/>
            <pc:sldMk cId="3881884972" sldId="263"/>
            <ac:spMk id="16" creationId="{A7009A0A-BEF5-4EAC-AF15-E4F9F002E239}"/>
          </ac:spMkLst>
        </pc:spChg>
        <pc:picChg chg="add mod">
          <ac:chgData name="Jeffrey Moe" userId="495852c6-9817-4bbb-9162-b2e8ad79383d" providerId="ADAL" clId="{45C24337-BC83-426E-8555-560DB5D20005}" dt="2026-02-01T19:08:19.536" v="834" actId="26606"/>
          <ac:picMkLst>
            <pc:docMk/>
            <pc:sldMk cId="3881884972" sldId="263"/>
            <ac:picMk id="5" creationId="{55AB18E1-3340-8834-BAEA-A9338CA2E51D}"/>
          </ac:picMkLst>
        </pc:picChg>
      </pc:sldChg>
      <pc:sldChg chg="addSp delSp modSp new mod setBg">
        <pc:chgData name="Jeffrey Moe" userId="495852c6-9817-4bbb-9162-b2e8ad79383d" providerId="ADAL" clId="{45C24337-BC83-426E-8555-560DB5D20005}" dt="2026-02-01T19:08:47.384" v="846" actId="1076"/>
        <pc:sldMkLst>
          <pc:docMk/>
          <pc:sldMk cId="3695418957" sldId="264"/>
        </pc:sldMkLst>
        <pc:spChg chg="mod">
          <ac:chgData name="Jeffrey Moe" userId="495852c6-9817-4bbb-9162-b2e8ad79383d" providerId="ADAL" clId="{45C24337-BC83-426E-8555-560DB5D20005}" dt="2026-02-01T19:08:24.879" v="835" actId="26606"/>
          <ac:spMkLst>
            <pc:docMk/>
            <pc:sldMk cId="3695418957" sldId="264"/>
            <ac:spMk id="2" creationId="{2D5DDB64-AC26-DA89-0B60-F30EE7156561}"/>
          </ac:spMkLst>
        </pc:spChg>
        <pc:spChg chg="del">
          <ac:chgData name="Jeffrey Moe" userId="495852c6-9817-4bbb-9162-b2e8ad79383d" providerId="ADAL" clId="{45C24337-BC83-426E-8555-560DB5D20005}" dt="2026-02-01T19:06:57.423" v="808" actId="478"/>
          <ac:spMkLst>
            <pc:docMk/>
            <pc:sldMk cId="3695418957" sldId="264"/>
            <ac:spMk id="3" creationId="{7F473C20-D1EA-0960-F6FC-2E392EE35145}"/>
          </ac:spMkLst>
        </pc:spChg>
        <pc:spChg chg="add">
          <ac:chgData name="Jeffrey Moe" userId="495852c6-9817-4bbb-9162-b2e8ad79383d" providerId="ADAL" clId="{45C24337-BC83-426E-8555-560DB5D20005}" dt="2026-02-01T19:08:24.879" v="835" actId="26606"/>
          <ac:spMkLst>
            <pc:docMk/>
            <pc:sldMk cId="3695418957" sldId="264"/>
            <ac:spMk id="12" creationId="{2151139A-886F-4B97-8815-729AD3831BBD}"/>
          </ac:spMkLst>
        </pc:spChg>
        <pc:spChg chg="add">
          <ac:chgData name="Jeffrey Moe" userId="495852c6-9817-4bbb-9162-b2e8ad79383d" providerId="ADAL" clId="{45C24337-BC83-426E-8555-560DB5D20005}" dt="2026-02-01T19:08:24.879" v="835" actId="26606"/>
          <ac:spMkLst>
            <pc:docMk/>
            <pc:sldMk cId="3695418957" sldId="264"/>
            <ac:spMk id="14" creationId="{AB5E08C4-8CDD-4623-A5B8-E998C6DEE3B7}"/>
          </ac:spMkLst>
        </pc:spChg>
        <pc:spChg chg="add">
          <ac:chgData name="Jeffrey Moe" userId="495852c6-9817-4bbb-9162-b2e8ad79383d" providerId="ADAL" clId="{45C24337-BC83-426E-8555-560DB5D20005}" dt="2026-02-01T19:08:24.879" v="835" actId="26606"/>
          <ac:spMkLst>
            <pc:docMk/>
            <pc:sldMk cId="3695418957" sldId="264"/>
            <ac:spMk id="16" creationId="{15F33878-D502-4FFA-8ACE-F2AECDB2A23F}"/>
          </ac:spMkLst>
        </pc:spChg>
        <pc:spChg chg="add">
          <ac:chgData name="Jeffrey Moe" userId="495852c6-9817-4bbb-9162-b2e8ad79383d" providerId="ADAL" clId="{45C24337-BC83-426E-8555-560DB5D20005}" dt="2026-02-01T19:08:24.879" v="835" actId="26606"/>
          <ac:spMkLst>
            <pc:docMk/>
            <pc:sldMk cId="3695418957" sldId="264"/>
            <ac:spMk id="18" creationId="{D3539FEE-81D3-4406-802E-60B20B16F4F6}"/>
          </ac:spMkLst>
        </pc:spChg>
        <pc:spChg chg="add">
          <ac:chgData name="Jeffrey Moe" userId="495852c6-9817-4bbb-9162-b2e8ad79383d" providerId="ADAL" clId="{45C24337-BC83-426E-8555-560DB5D20005}" dt="2026-02-01T19:08:24.879" v="835" actId="26606"/>
          <ac:spMkLst>
            <pc:docMk/>
            <pc:sldMk cId="3695418957" sldId="264"/>
            <ac:spMk id="20" creationId="{DC701763-729E-462F-A5A8-E0DEFEB1E2E4}"/>
          </ac:spMkLst>
        </pc:spChg>
        <pc:picChg chg="add mod">
          <ac:chgData name="Jeffrey Moe" userId="495852c6-9817-4bbb-9162-b2e8ad79383d" providerId="ADAL" clId="{45C24337-BC83-426E-8555-560DB5D20005}" dt="2026-02-01T19:08:47.384" v="846" actId="1076"/>
          <ac:picMkLst>
            <pc:docMk/>
            <pc:sldMk cId="3695418957" sldId="264"/>
            <ac:picMk id="5" creationId="{AB2E70B5-36AB-C1F0-A722-7EBC5079B9BE}"/>
          </ac:picMkLst>
        </pc:picChg>
        <pc:picChg chg="add mod">
          <ac:chgData name="Jeffrey Moe" userId="495852c6-9817-4bbb-9162-b2e8ad79383d" providerId="ADAL" clId="{45C24337-BC83-426E-8555-560DB5D20005}" dt="2026-02-01T19:08:38.419" v="842" actId="14100"/>
          <ac:picMkLst>
            <pc:docMk/>
            <pc:sldMk cId="3695418957" sldId="264"/>
            <ac:picMk id="7" creationId="{FDBCF4E2-D03D-C74B-DD9C-138D5A6358C8}"/>
          </ac:picMkLst>
        </pc:picChg>
      </pc:sldChg>
      <pc:sldChg chg="addSp delSp modSp add mod setBg delDesignElem">
        <pc:chgData name="Jeffrey Moe" userId="495852c6-9817-4bbb-9162-b2e8ad79383d" providerId="ADAL" clId="{45C24337-BC83-426E-8555-560DB5D20005}" dt="2026-02-01T19:10:25.742" v="866" actId="1076"/>
        <pc:sldMkLst>
          <pc:docMk/>
          <pc:sldMk cId="2318959529" sldId="265"/>
        </pc:sldMkLst>
        <pc:spChg chg="del">
          <ac:chgData name="Jeffrey Moe" userId="495852c6-9817-4bbb-9162-b2e8ad79383d" providerId="ADAL" clId="{45C24337-BC83-426E-8555-560DB5D20005}" dt="2026-02-01T19:09:03.791" v="848"/>
          <ac:spMkLst>
            <pc:docMk/>
            <pc:sldMk cId="2318959529" sldId="265"/>
            <ac:spMk id="12" creationId="{901B97EE-8B78-A0A4-9EDB-ECD8D5470A2E}"/>
          </ac:spMkLst>
        </pc:spChg>
        <pc:spChg chg="del">
          <ac:chgData name="Jeffrey Moe" userId="495852c6-9817-4bbb-9162-b2e8ad79383d" providerId="ADAL" clId="{45C24337-BC83-426E-8555-560DB5D20005}" dt="2026-02-01T19:09:03.791" v="848"/>
          <ac:spMkLst>
            <pc:docMk/>
            <pc:sldMk cId="2318959529" sldId="265"/>
            <ac:spMk id="14" creationId="{AF4FB4A2-6733-7704-5142-0590BE2D8846}"/>
          </ac:spMkLst>
        </pc:spChg>
        <pc:spChg chg="add">
          <ac:chgData name="Jeffrey Moe" userId="495852c6-9817-4bbb-9162-b2e8ad79383d" providerId="ADAL" clId="{45C24337-BC83-426E-8555-560DB5D20005}" dt="2026-02-01T19:10:15.031" v="863" actId="26606"/>
          <ac:spMkLst>
            <pc:docMk/>
            <pc:sldMk cId="2318959529" sldId="265"/>
            <ac:spMk id="15" creationId="{2151139A-886F-4B97-8815-729AD3831BBD}"/>
          </ac:spMkLst>
        </pc:spChg>
        <pc:spChg chg="del">
          <ac:chgData name="Jeffrey Moe" userId="495852c6-9817-4bbb-9162-b2e8ad79383d" providerId="ADAL" clId="{45C24337-BC83-426E-8555-560DB5D20005}" dt="2026-02-01T19:09:03.791" v="848"/>
          <ac:spMkLst>
            <pc:docMk/>
            <pc:sldMk cId="2318959529" sldId="265"/>
            <ac:spMk id="16" creationId="{6062D86E-7D21-30CF-AC81-8DF28CEE027B}"/>
          </ac:spMkLst>
        </pc:spChg>
        <pc:spChg chg="add">
          <ac:chgData name="Jeffrey Moe" userId="495852c6-9817-4bbb-9162-b2e8ad79383d" providerId="ADAL" clId="{45C24337-BC83-426E-8555-560DB5D20005}" dt="2026-02-01T19:10:15.031" v="863" actId="26606"/>
          <ac:spMkLst>
            <pc:docMk/>
            <pc:sldMk cId="2318959529" sldId="265"/>
            <ac:spMk id="17" creationId="{AB5E08C4-8CDD-4623-A5B8-E998C6DEE3B7}"/>
          </ac:spMkLst>
        </pc:spChg>
        <pc:spChg chg="del">
          <ac:chgData name="Jeffrey Moe" userId="495852c6-9817-4bbb-9162-b2e8ad79383d" providerId="ADAL" clId="{45C24337-BC83-426E-8555-560DB5D20005}" dt="2026-02-01T19:09:03.791" v="848"/>
          <ac:spMkLst>
            <pc:docMk/>
            <pc:sldMk cId="2318959529" sldId="265"/>
            <ac:spMk id="18" creationId="{7E394742-6BE1-A915-699E-E71C78B6BE87}"/>
          </ac:spMkLst>
        </pc:spChg>
        <pc:spChg chg="add">
          <ac:chgData name="Jeffrey Moe" userId="495852c6-9817-4bbb-9162-b2e8ad79383d" providerId="ADAL" clId="{45C24337-BC83-426E-8555-560DB5D20005}" dt="2026-02-01T19:10:15.031" v="863" actId="26606"/>
          <ac:spMkLst>
            <pc:docMk/>
            <pc:sldMk cId="2318959529" sldId="265"/>
            <ac:spMk id="19" creationId="{15F33878-D502-4FFA-8ACE-F2AECDB2A23F}"/>
          </ac:spMkLst>
        </pc:spChg>
        <pc:spChg chg="del">
          <ac:chgData name="Jeffrey Moe" userId="495852c6-9817-4bbb-9162-b2e8ad79383d" providerId="ADAL" clId="{45C24337-BC83-426E-8555-560DB5D20005}" dt="2026-02-01T19:09:03.791" v="848"/>
          <ac:spMkLst>
            <pc:docMk/>
            <pc:sldMk cId="2318959529" sldId="265"/>
            <ac:spMk id="20" creationId="{35DDA3F1-229C-4F76-7C4F-69B2421E19CB}"/>
          </ac:spMkLst>
        </pc:spChg>
        <pc:spChg chg="add">
          <ac:chgData name="Jeffrey Moe" userId="495852c6-9817-4bbb-9162-b2e8ad79383d" providerId="ADAL" clId="{45C24337-BC83-426E-8555-560DB5D20005}" dt="2026-02-01T19:10:15.031" v="863" actId="26606"/>
          <ac:spMkLst>
            <pc:docMk/>
            <pc:sldMk cId="2318959529" sldId="265"/>
            <ac:spMk id="21" creationId="{D3539FEE-81D3-4406-802E-60B20B16F4F6}"/>
          </ac:spMkLst>
        </pc:spChg>
        <pc:spChg chg="add">
          <ac:chgData name="Jeffrey Moe" userId="495852c6-9817-4bbb-9162-b2e8ad79383d" providerId="ADAL" clId="{45C24337-BC83-426E-8555-560DB5D20005}" dt="2026-02-01T19:10:15.031" v="863" actId="26606"/>
          <ac:spMkLst>
            <pc:docMk/>
            <pc:sldMk cId="2318959529" sldId="265"/>
            <ac:spMk id="23" creationId="{DC701763-729E-462F-A5A8-E0DEFEB1E2E4}"/>
          </ac:spMkLst>
        </pc:spChg>
        <pc:picChg chg="add mod ord">
          <ac:chgData name="Jeffrey Moe" userId="495852c6-9817-4bbb-9162-b2e8ad79383d" providerId="ADAL" clId="{45C24337-BC83-426E-8555-560DB5D20005}" dt="2026-02-01T19:10:23.238" v="865" actId="14100"/>
          <ac:picMkLst>
            <pc:docMk/>
            <pc:sldMk cId="2318959529" sldId="265"/>
            <ac:picMk id="4" creationId="{6C57A5B0-ADCA-2172-DBF3-735C46685FB5}"/>
          </ac:picMkLst>
        </pc:picChg>
        <pc:picChg chg="del">
          <ac:chgData name="Jeffrey Moe" userId="495852c6-9817-4bbb-9162-b2e8ad79383d" providerId="ADAL" clId="{45C24337-BC83-426E-8555-560DB5D20005}" dt="2026-02-01T19:09:06.079" v="849" actId="478"/>
          <ac:picMkLst>
            <pc:docMk/>
            <pc:sldMk cId="2318959529" sldId="265"/>
            <ac:picMk id="5" creationId="{FF5CD07F-B3F8-2D6F-C44B-4CB4E134A2CA}"/>
          </ac:picMkLst>
        </pc:picChg>
        <pc:picChg chg="del mod">
          <ac:chgData name="Jeffrey Moe" userId="495852c6-9817-4bbb-9162-b2e8ad79383d" providerId="ADAL" clId="{45C24337-BC83-426E-8555-560DB5D20005}" dt="2026-02-01T19:09:06.548" v="851" actId="478"/>
          <ac:picMkLst>
            <pc:docMk/>
            <pc:sldMk cId="2318959529" sldId="265"/>
            <ac:picMk id="7" creationId="{89071122-18A2-1543-2F23-8E382E4DC602}"/>
          </ac:picMkLst>
        </pc:picChg>
        <pc:picChg chg="add del mod">
          <ac:chgData name="Jeffrey Moe" userId="495852c6-9817-4bbb-9162-b2e8ad79383d" providerId="ADAL" clId="{45C24337-BC83-426E-8555-560DB5D20005}" dt="2026-02-01T19:09:54.222" v="858" actId="478"/>
          <ac:picMkLst>
            <pc:docMk/>
            <pc:sldMk cId="2318959529" sldId="265"/>
            <ac:picMk id="8" creationId="{DF2D51DA-E5B5-95B6-441A-FCFE3B1B4974}"/>
          </ac:picMkLst>
        </pc:picChg>
        <pc:picChg chg="add mod">
          <ac:chgData name="Jeffrey Moe" userId="495852c6-9817-4bbb-9162-b2e8ad79383d" providerId="ADAL" clId="{45C24337-BC83-426E-8555-560DB5D20005}" dt="2026-02-01T19:10:25.742" v="866" actId="1076"/>
          <ac:picMkLst>
            <pc:docMk/>
            <pc:sldMk cId="2318959529" sldId="265"/>
            <ac:picMk id="10" creationId="{844F99AA-A457-4B73-720B-791BC7B6B873}"/>
          </ac:picMkLst>
        </pc:picChg>
      </pc:sldChg>
      <pc:sldChg chg="addSp modSp new mod setBg modNotesTx">
        <pc:chgData name="Jeffrey Moe" userId="495852c6-9817-4bbb-9162-b2e8ad79383d" providerId="ADAL" clId="{45C24337-BC83-426E-8555-560DB5D20005}" dt="2026-02-01T19:17:12.797" v="1510" actId="1076"/>
        <pc:sldMkLst>
          <pc:docMk/>
          <pc:sldMk cId="3288511507" sldId="266"/>
        </pc:sldMkLst>
        <pc:spChg chg="mod">
          <ac:chgData name="Jeffrey Moe" userId="495852c6-9817-4bbb-9162-b2e8ad79383d" providerId="ADAL" clId="{45C24337-BC83-426E-8555-560DB5D20005}" dt="2026-02-01T19:16:14.584" v="1497" actId="26606"/>
          <ac:spMkLst>
            <pc:docMk/>
            <pc:sldMk cId="3288511507" sldId="266"/>
            <ac:spMk id="2" creationId="{67E76B56-5F64-5F6D-746F-B75B28FB30A0}"/>
          </ac:spMkLst>
        </pc:spChg>
        <pc:spChg chg="mod">
          <ac:chgData name="Jeffrey Moe" userId="495852c6-9817-4bbb-9162-b2e8ad79383d" providerId="ADAL" clId="{45C24337-BC83-426E-8555-560DB5D20005}" dt="2026-02-01T19:17:08.438" v="1509" actId="120"/>
          <ac:spMkLst>
            <pc:docMk/>
            <pc:sldMk cId="3288511507" sldId="266"/>
            <ac:spMk id="3" creationId="{19947A5F-F7AB-C468-9647-AD9A75785912}"/>
          </ac:spMkLst>
        </pc:spChg>
        <pc:spChg chg="add">
          <ac:chgData name="Jeffrey Moe" userId="495852c6-9817-4bbb-9162-b2e8ad79383d" providerId="ADAL" clId="{45C24337-BC83-426E-8555-560DB5D20005}" dt="2026-02-01T19:16:14.584" v="1497" actId="26606"/>
          <ac:spMkLst>
            <pc:docMk/>
            <pc:sldMk cId="3288511507" sldId="266"/>
            <ac:spMk id="10" creationId="{2596F992-698C-48C0-9D89-70DA4CE927EF}"/>
          </ac:spMkLst>
        </pc:spChg>
        <pc:spChg chg="add">
          <ac:chgData name="Jeffrey Moe" userId="495852c6-9817-4bbb-9162-b2e8ad79383d" providerId="ADAL" clId="{45C24337-BC83-426E-8555-560DB5D20005}" dt="2026-02-01T19:16:14.584" v="1497" actId="26606"/>
          <ac:spMkLst>
            <pc:docMk/>
            <pc:sldMk cId="3288511507" sldId="266"/>
            <ac:spMk id="12" creationId="{A344AAA5-41F4-4862-97EF-688D31DC7567}"/>
          </ac:spMkLst>
        </pc:spChg>
        <pc:spChg chg="add">
          <ac:chgData name="Jeffrey Moe" userId="495852c6-9817-4bbb-9162-b2e8ad79383d" providerId="ADAL" clId="{45C24337-BC83-426E-8555-560DB5D20005}" dt="2026-02-01T19:16:14.584" v="1497" actId="26606"/>
          <ac:spMkLst>
            <pc:docMk/>
            <pc:sldMk cId="3288511507" sldId="266"/>
            <ac:spMk id="14" creationId="{69E1A62C-2AAF-4B3E-8CDB-65E237080997}"/>
          </ac:spMkLst>
        </pc:spChg>
        <pc:picChg chg="add mod">
          <ac:chgData name="Jeffrey Moe" userId="495852c6-9817-4bbb-9162-b2e8ad79383d" providerId="ADAL" clId="{45C24337-BC83-426E-8555-560DB5D20005}" dt="2026-02-01T19:17:12.797" v="1510" actId="1076"/>
          <ac:picMkLst>
            <pc:docMk/>
            <pc:sldMk cId="3288511507" sldId="266"/>
            <ac:picMk id="5" creationId="{5AD146EB-1A59-EAA4-608F-9F955327B443}"/>
          </ac:picMkLst>
        </pc:picChg>
      </pc:sldChg>
      <pc:sldChg chg="addSp modSp new mod setBg">
        <pc:chgData name="Jeffrey Moe" userId="495852c6-9817-4bbb-9162-b2e8ad79383d" providerId="ADAL" clId="{45C24337-BC83-426E-8555-560DB5D20005}" dt="2026-02-01T19:18:55.713" v="1542" actId="26606"/>
        <pc:sldMkLst>
          <pc:docMk/>
          <pc:sldMk cId="1651896691" sldId="267"/>
        </pc:sldMkLst>
        <pc:spChg chg="mod">
          <ac:chgData name="Jeffrey Moe" userId="495852c6-9817-4bbb-9162-b2e8ad79383d" providerId="ADAL" clId="{45C24337-BC83-426E-8555-560DB5D20005}" dt="2026-02-01T19:18:55.713" v="1542" actId="26606"/>
          <ac:spMkLst>
            <pc:docMk/>
            <pc:sldMk cId="1651896691" sldId="267"/>
            <ac:spMk id="2" creationId="{57C162B2-DDD5-2942-2F1F-E336C2C66D83}"/>
          </ac:spMkLst>
        </pc:spChg>
        <pc:spChg chg="mod">
          <ac:chgData name="Jeffrey Moe" userId="495852c6-9817-4bbb-9162-b2e8ad79383d" providerId="ADAL" clId="{45C24337-BC83-426E-8555-560DB5D20005}" dt="2026-02-01T19:18:55.713" v="1542" actId="26606"/>
          <ac:spMkLst>
            <pc:docMk/>
            <pc:sldMk cId="1651896691" sldId="267"/>
            <ac:spMk id="3" creationId="{C5FF2ED8-2D91-5EE2-92D1-2D6AC18579F1}"/>
          </ac:spMkLst>
        </pc:spChg>
        <pc:spChg chg="add">
          <ac:chgData name="Jeffrey Moe" userId="495852c6-9817-4bbb-9162-b2e8ad79383d" providerId="ADAL" clId="{45C24337-BC83-426E-8555-560DB5D20005}" dt="2026-02-01T19:18:55.713" v="1542" actId="26606"/>
          <ac:spMkLst>
            <pc:docMk/>
            <pc:sldMk cId="1651896691" sldId="267"/>
            <ac:spMk id="8" creationId="{6F5A5072-7B47-4D32-B52A-4EBBF590B8A5}"/>
          </ac:spMkLst>
        </pc:spChg>
        <pc:spChg chg="add">
          <ac:chgData name="Jeffrey Moe" userId="495852c6-9817-4bbb-9162-b2e8ad79383d" providerId="ADAL" clId="{45C24337-BC83-426E-8555-560DB5D20005}" dt="2026-02-01T19:18:55.713" v="1542" actId="26606"/>
          <ac:spMkLst>
            <pc:docMk/>
            <pc:sldMk cId="1651896691" sldId="267"/>
            <ac:spMk id="10" creationId="{9715DAF0-AE1B-46C9-8A6B-DB2AA05AB91D}"/>
          </ac:spMkLst>
        </pc:spChg>
        <pc:spChg chg="add">
          <ac:chgData name="Jeffrey Moe" userId="495852c6-9817-4bbb-9162-b2e8ad79383d" providerId="ADAL" clId="{45C24337-BC83-426E-8555-560DB5D20005}" dt="2026-02-01T19:18:55.713" v="1542" actId="26606"/>
          <ac:spMkLst>
            <pc:docMk/>
            <pc:sldMk cId="1651896691" sldId="267"/>
            <ac:spMk id="12" creationId="{6016219D-510E-4184-9090-6D5578A87BD1}"/>
          </ac:spMkLst>
        </pc:spChg>
        <pc:spChg chg="add">
          <ac:chgData name="Jeffrey Moe" userId="495852c6-9817-4bbb-9162-b2e8ad79383d" providerId="ADAL" clId="{45C24337-BC83-426E-8555-560DB5D20005}" dt="2026-02-01T19:18:55.713" v="1542" actId="26606"/>
          <ac:spMkLst>
            <pc:docMk/>
            <pc:sldMk cId="1651896691" sldId="267"/>
            <ac:spMk id="14" creationId="{AFF4A713-7B75-4B21-90D7-5AB19547C728}"/>
          </ac:spMkLst>
        </pc:spChg>
        <pc:spChg chg="add">
          <ac:chgData name="Jeffrey Moe" userId="495852c6-9817-4bbb-9162-b2e8ad79383d" providerId="ADAL" clId="{45C24337-BC83-426E-8555-560DB5D20005}" dt="2026-02-01T19:18:55.713" v="1542" actId="26606"/>
          <ac:spMkLst>
            <pc:docMk/>
            <pc:sldMk cId="1651896691" sldId="267"/>
            <ac:spMk id="16" creationId="{DC631C0B-6DA6-4E57-8231-CE32B3434A7E}"/>
          </ac:spMkLst>
        </pc:spChg>
        <pc:spChg chg="add">
          <ac:chgData name="Jeffrey Moe" userId="495852c6-9817-4bbb-9162-b2e8ad79383d" providerId="ADAL" clId="{45C24337-BC83-426E-8555-560DB5D20005}" dt="2026-02-01T19:18:55.713" v="1542" actId="26606"/>
          <ac:spMkLst>
            <pc:docMk/>
            <pc:sldMk cId="1651896691" sldId="267"/>
            <ac:spMk id="18" creationId="{C29501E6-A978-4A61-9689-9085AF97A53A}"/>
          </ac:spMkLst>
        </pc:spChg>
      </pc:sldChg>
      <pc:sldChg chg="addSp modSp new mod setBg modNotesTx">
        <pc:chgData name="Jeffrey Moe" userId="495852c6-9817-4bbb-9162-b2e8ad79383d" providerId="ADAL" clId="{45C24337-BC83-426E-8555-560DB5D20005}" dt="2026-02-01T19:22:02.248" v="1783" actId="20577"/>
        <pc:sldMkLst>
          <pc:docMk/>
          <pc:sldMk cId="3579634832" sldId="268"/>
        </pc:sldMkLst>
        <pc:spChg chg="mod">
          <ac:chgData name="Jeffrey Moe" userId="495852c6-9817-4bbb-9162-b2e8ad79383d" providerId="ADAL" clId="{45C24337-BC83-426E-8555-560DB5D20005}" dt="2026-02-01T19:21:14.491" v="1704" actId="26606"/>
          <ac:spMkLst>
            <pc:docMk/>
            <pc:sldMk cId="3579634832" sldId="268"/>
            <ac:spMk id="2" creationId="{F1972243-95C0-AB7B-2F5E-376A8376A459}"/>
          </ac:spMkLst>
        </pc:spChg>
        <pc:spChg chg="mod ord">
          <ac:chgData name="Jeffrey Moe" userId="495852c6-9817-4bbb-9162-b2e8ad79383d" providerId="ADAL" clId="{45C24337-BC83-426E-8555-560DB5D20005}" dt="2026-02-01T19:21:14.491" v="1704" actId="26606"/>
          <ac:spMkLst>
            <pc:docMk/>
            <pc:sldMk cId="3579634832" sldId="268"/>
            <ac:spMk id="3" creationId="{89B8D052-67A4-23D5-4CC2-270D2AC579B6}"/>
          </ac:spMkLst>
        </pc:spChg>
        <pc:spChg chg="add">
          <ac:chgData name="Jeffrey Moe" userId="495852c6-9817-4bbb-9162-b2e8ad79383d" providerId="ADAL" clId="{45C24337-BC83-426E-8555-560DB5D20005}" dt="2026-02-01T19:21:14.491" v="1704" actId="26606"/>
          <ac:spMkLst>
            <pc:docMk/>
            <pc:sldMk cId="3579634832" sldId="268"/>
            <ac:spMk id="10" creationId="{1B15ED52-F352-441B-82BF-E0EA34836D08}"/>
          </ac:spMkLst>
        </pc:spChg>
        <pc:spChg chg="add">
          <ac:chgData name="Jeffrey Moe" userId="495852c6-9817-4bbb-9162-b2e8ad79383d" providerId="ADAL" clId="{45C24337-BC83-426E-8555-560DB5D20005}" dt="2026-02-01T19:21:14.491" v="1704" actId="26606"/>
          <ac:spMkLst>
            <pc:docMk/>
            <pc:sldMk cId="3579634832" sldId="268"/>
            <ac:spMk id="12" creationId="{3B2E3793-BFE6-45A2-9B7B-E18844431C99}"/>
          </ac:spMkLst>
        </pc:spChg>
        <pc:spChg chg="add">
          <ac:chgData name="Jeffrey Moe" userId="495852c6-9817-4bbb-9162-b2e8ad79383d" providerId="ADAL" clId="{45C24337-BC83-426E-8555-560DB5D20005}" dt="2026-02-01T19:21:14.491" v="1704" actId="26606"/>
          <ac:spMkLst>
            <pc:docMk/>
            <pc:sldMk cId="3579634832" sldId="268"/>
            <ac:spMk id="14" creationId="{BC4C4868-CB8F-4AF9-9CDB-8108F2C19B67}"/>
          </ac:spMkLst>
        </pc:spChg>
        <pc:spChg chg="add">
          <ac:chgData name="Jeffrey Moe" userId="495852c6-9817-4bbb-9162-b2e8ad79383d" providerId="ADAL" clId="{45C24337-BC83-426E-8555-560DB5D20005}" dt="2026-02-01T19:21:14.491" v="1704" actId="26606"/>
          <ac:spMkLst>
            <pc:docMk/>
            <pc:sldMk cId="3579634832" sldId="268"/>
            <ac:spMk id="16" creationId="{375E0459-6403-40CD-989D-56A4407CA12E}"/>
          </ac:spMkLst>
        </pc:spChg>
        <pc:spChg chg="add">
          <ac:chgData name="Jeffrey Moe" userId="495852c6-9817-4bbb-9162-b2e8ad79383d" providerId="ADAL" clId="{45C24337-BC83-426E-8555-560DB5D20005}" dt="2026-02-01T19:21:14.491" v="1704" actId="26606"/>
          <ac:spMkLst>
            <pc:docMk/>
            <pc:sldMk cId="3579634832" sldId="268"/>
            <ac:spMk id="18" creationId="{53E5B1A8-3AC9-4BD1-9BBC-78CA94F2D1BA}"/>
          </ac:spMkLst>
        </pc:spChg>
        <pc:picChg chg="add mod">
          <ac:chgData name="Jeffrey Moe" userId="495852c6-9817-4bbb-9162-b2e8ad79383d" providerId="ADAL" clId="{45C24337-BC83-426E-8555-560DB5D20005}" dt="2026-02-01T19:21:14.491" v="1704" actId="26606"/>
          <ac:picMkLst>
            <pc:docMk/>
            <pc:sldMk cId="3579634832" sldId="268"/>
            <ac:picMk id="5" creationId="{5B18B470-3F7A-E332-B597-2A56351AC160}"/>
          </ac:picMkLst>
        </pc:picChg>
      </pc:sldChg>
      <pc:sldChg chg="addSp modSp new mod setBg modNotesTx">
        <pc:chgData name="Jeffrey Moe" userId="495852c6-9817-4bbb-9162-b2e8ad79383d" providerId="ADAL" clId="{45C24337-BC83-426E-8555-560DB5D20005}" dt="2026-02-01T19:42:35.668" v="3375" actId="20577"/>
        <pc:sldMkLst>
          <pc:docMk/>
          <pc:sldMk cId="2503634921" sldId="269"/>
        </pc:sldMkLst>
        <pc:spChg chg="mod">
          <ac:chgData name="Jeffrey Moe" userId="495852c6-9817-4bbb-9162-b2e8ad79383d" providerId="ADAL" clId="{45C24337-BC83-426E-8555-560DB5D20005}" dt="2026-02-01T19:41:52" v="3249" actId="26606"/>
          <ac:spMkLst>
            <pc:docMk/>
            <pc:sldMk cId="2503634921" sldId="269"/>
            <ac:spMk id="2" creationId="{7441B731-5233-3384-F40B-2D804BF3B8B0}"/>
          </ac:spMkLst>
        </pc:spChg>
        <pc:spChg chg="mod">
          <ac:chgData name="Jeffrey Moe" userId="495852c6-9817-4bbb-9162-b2e8ad79383d" providerId="ADAL" clId="{45C24337-BC83-426E-8555-560DB5D20005}" dt="2026-02-01T19:42:09.165" v="3252" actId="403"/>
          <ac:spMkLst>
            <pc:docMk/>
            <pc:sldMk cId="2503634921" sldId="269"/>
            <ac:spMk id="3" creationId="{FE1773FE-6303-3452-D380-B52708A3A56D}"/>
          </ac:spMkLst>
        </pc:spChg>
        <pc:spChg chg="add">
          <ac:chgData name="Jeffrey Moe" userId="495852c6-9817-4bbb-9162-b2e8ad79383d" providerId="ADAL" clId="{45C24337-BC83-426E-8555-560DB5D20005}" dt="2026-02-01T19:41:52" v="3249" actId="26606"/>
          <ac:spMkLst>
            <pc:docMk/>
            <pc:sldMk cId="2503634921" sldId="269"/>
            <ac:spMk id="8" creationId="{09588DA8-065E-4F6F-8EFD-43104AB2E0CF}"/>
          </ac:spMkLst>
        </pc:spChg>
        <pc:spChg chg="add">
          <ac:chgData name="Jeffrey Moe" userId="495852c6-9817-4bbb-9162-b2e8ad79383d" providerId="ADAL" clId="{45C24337-BC83-426E-8555-560DB5D20005}" dt="2026-02-01T19:41:52" v="3249" actId="26606"/>
          <ac:spMkLst>
            <pc:docMk/>
            <pc:sldMk cId="2503634921" sldId="269"/>
            <ac:spMk id="10" creationId="{C4285719-470E-454C-AF62-8323075F1F5B}"/>
          </ac:spMkLst>
        </pc:spChg>
        <pc:spChg chg="add">
          <ac:chgData name="Jeffrey Moe" userId="495852c6-9817-4bbb-9162-b2e8ad79383d" providerId="ADAL" clId="{45C24337-BC83-426E-8555-560DB5D20005}" dt="2026-02-01T19:41:52" v="3249" actId="26606"/>
          <ac:spMkLst>
            <pc:docMk/>
            <pc:sldMk cId="2503634921" sldId="269"/>
            <ac:spMk id="12" creationId="{CD9FE4EF-C4D8-49A0-B2FF-81D8DB7D8A24}"/>
          </ac:spMkLst>
        </pc:spChg>
        <pc:spChg chg="add">
          <ac:chgData name="Jeffrey Moe" userId="495852c6-9817-4bbb-9162-b2e8ad79383d" providerId="ADAL" clId="{45C24337-BC83-426E-8555-560DB5D20005}" dt="2026-02-01T19:41:52" v="3249" actId="26606"/>
          <ac:spMkLst>
            <pc:docMk/>
            <pc:sldMk cId="2503634921" sldId="269"/>
            <ac:spMk id="14" creationId="{4300840D-0A0B-4512-BACA-B439D5B9C57C}"/>
          </ac:spMkLst>
        </pc:spChg>
        <pc:spChg chg="add">
          <ac:chgData name="Jeffrey Moe" userId="495852c6-9817-4bbb-9162-b2e8ad79383d" providerId="ADAL" clId="{45C24337-BC83-426E-8555-560DB5D20005}" dt="2026-02-01T19:41:52" v="3249" actId="26606"/>
          <ac:spMkLst>
            <pc:docMk/>
            <pc:sldMk cId="2503634921" sldId="269"/>
            <ac:spMk id="16" creationId="{D2B78728-A580-49A7-84F9-6EF6F583ADE0}"/>
          </ac:spMkLst>
        </pc:spChg>
        <pc:spChg chg="add">
          <ac:chgData name="Jeffrey Moe" userId="495852c6-9817-4bbb-9162-b2e8ad79383d" providerId="ADAL" clId="{45C24337-BC83-426E-8555-560DB5D20005}" dt="2026-02-01T19:41:52" v="3249" actId="26606"/>
          <ac:spMkLst>
            <pc:docMk/>
            <pc:sldMk cId="2503634921" sldId="269"/>
            <ac:spMk id="18" creationId="{38FAA1A1-D861-433F-88FA-1E9D6FD31D11}"/>
          </ac:spMkLst>
        </pc:spChg>
        <pc:spChg chg="add">
          <ac:chgData name="Jeffrey Moe" userId="495852c6-9817-4bbb-9162-b2e8ad79383d" providerId="ADAL" clId="{45C24337-BC83-426E-8555-560DB5D20005}" dt="2026-02-01T19:41:52" v="3249" actId="26606"/>
          <ac:spMkLst>
            <pc:docMk/>
            <pc:sldMk cId="2503634921" sldId="269"/>
            <ac:spMk id="20" creationId="{8D71EDA1-87BF-4D5D-AB79-F346FD19278A}"/>
          </ac:spMkLst>
        </pc:spChg>
      </pc:sldChg>
      <pc:sldChg chg="addSp modSp new mod setBg">
        <pc:chgData name="Jeffrey Moe" userId="495852c6-9817-4bbb-9162-b2e8ad79383d" providerId="ADAL" clId="{45C24337-BC83-426E-8555-560DB5D20005}" dt="2026-02-01T19:42:04.926" v="3251" actId="403"/>
        <pc:sldMkLst>
          <pc:docMk/>
          <pc:sldMk cId="1381414628" sldId="270"/>
        </pc:sldMkLst>
        <pc:spChg chg="mod">
          <ac:chgData name="Jeffrey Moe" userId="495852c6-9817-4bbb-9162-b2e8ad79383d" providerId="ADAL" clId="{45C24337-BC83-426E-8555-560DB5D20005}" dt="2026-02-01T19:42:00.851" v="3250" actId="26606"/>
          <ac:spMkLst>
            <pc:docMk/>
            <pc:sldMk cId="1381414628" sldId="270"/>
            <ac:spMk id="2" creationId="{4D6F3FE0-9DA1-E75E-8903-921A796C3B11}"/>
          </ac:spMkLst>
        </pc:spChg>
        <pc:spChg chg="mod">
          <ac:chgData name="Jeffrey Moe" userId="495852c6-9817-4bbb-9162-b2e8ad79383d" providerId="ADAL" clId="{45C24337-BC83-426E-8555-560DB5D20005}" dt="2026-02-01T19:42:04.926" v="3251" actId="403"/>
          <ac:spMkLst>
            <pc:docMk/>
            <pc:sldMk cId="1381414628" sldId="270"/>
            <ac:spMk id="3" creationId="{D261E861-582A-F43E-E110-F18FFD266229}"/>
          </ac:spMkLst>
        </pc:spChg>
        <pc:spChg chg="add">
          <ac:chgData name="Jeffrey Moe" userId="495852c6-9817-4bbb-9162-b2e8ad79383d" providerId="ADAL" clId="{45C24337-BC83-426E-8555-560DB5D20005}" dt="2026-02-01T19:42:00.851" v="3250" actId="26606"/>
          <ac:spMkLst>
            <pc:docMk/>
            <pc:sldMk cId="1381414628" sldId="270"/>
            <ac:spMk id="8" creationId="{09588DA8-065E-4F6F-8EFD-43104AB2E0CF}"/>
          </ac:spMkLst>
        </pc:spChg>
        <pc:spChg chg="add">
          <ac:chgData name="Jeffrey Moe" userId="495852c6-9817-4bbb-9162-b2e8ad79383d" providerId="ADAL" clId="{45C24337-BC83-426E-8555-560DB5D20005}" dt="2026-02-01T19:42:00.851" v="3250" actId="26606"/>
          <ac:spMkLst>
            <pc:docMk/>
            <pc:sldMk cId="1381414628" sldId="270"/>
            <ac:spMk id="10" creationId="{C4285719-470E-454C-AF62-8323075F1F5B}"/>
          </ac:spMkLst>
        </pc:spChg>
        <pc:spChg chg="add">
          <ac:chgData name="Jeffrey Moe" userId="495852c6-9817-4bbb-9162-b2e8ad79383d" providerId="ADAL" clId="{45C24337-BC83-426E-8555-560DB5D20005}" dt="2026-02-01T19:42:00.851" v="3250" actId="26606"/>
          <ac:spMkLst>
            <pc:docMk/>
            <pc:sldMk cId="1381414628" sldId="270"/>
            <ac:spMk id="12" creationId="{CD9FE4EF-C4D8-49A0-B2FF-81D8DB7D8A24}"/>
          </ac:spMkLst>
        </pc:spChg>
        <pc:spChg chg="add">
          <ac:chgData name="Jeffrey Moe" userId="495852c6-9817-4bbb-9162-b2e8ad79383d" providerId="ADAL" clId="{45C24337-BC83-426E-8555-560DB5D20005}" dt="2026-02-01T19:42:00.851" v="3250" actId="26606"/>
          <ac:spMkLst>
            <pc:docMk/>
            <pc:sldMk cId="1381414628" sldId="270"/>
            <ac:spMk id="14" creationId="{4300840D-0A0B-4512-BACA-B439D5B9C57C}"/>
          </ac:spMkLst>
        </pc:spChg>
        <pc:spChg chg="add">
          <ac:chgData name="Jeffrey Moe" userId="495852c6-9817-4bbb-9162-b2e8ad79383d" providerId="ADAL" clId="{45C24337-BC83-426E-8555-560DB5D20005}" dt="2026-02-01T19:42:00.851" v="3250" actId="26606"/>
          <ac:spMkLst>
            <pc:docMk/>
            <pc:sldMk cId="1381414628" sldId="270"/>
            <ac:spMk id="16" creationId="{D2B78728-A580-49A7-84F9-6EF6F583ADE0}"/>
          </ac:spMkLst>
        </pc:spChg>
        <pc:spChg chg="add">
          <ac:chgData name="Jeffrey Moe" userId="495852c6-9817-4bbb-9162-b2e8ad79383d" providerId="ADAL" clId="{45C24337-BC83-426E-8555-560DB5D20005}" dt="2026-02-01T19:42:00.851" v="3250" actId="26606"/>
          <ac:spMkLst>
            <pc:docMk/>
            <pc:sldMk cId="1381414628" sldId="270"/>
            <ac:spMk id="18" creationId="{38FAA1A1-D861-433F-88FA-1E9D6FD31D11}"/>
          </ac:spMkLst>
        </pc:spChg>
        <pc:spChg chg="add">
          <ac:chgData name="Jeffrey Moe" userId="495852c6-9817-4bbb-9162-b2e8ad79383d" providerId="ADAL" clId="{45C24337-BC83-426E-8555-560DB5D20005}" dt="2026-02-01T19:42:00.851" v="3250" actId="26606"/>
          <ac:spMkLst>
            <pc:docMk/>
            <pc:sldMk cId="1381414628" sldId="270"/>
            <ac:spMk id="20" creationId="{8D71EDA1-87BF-4D5D-AB79-F346FD19278A}"/>
          </ac:spMkLst>
        </pc:spChg>
      </pc:sldChg>
      <pc:sldChg chg="addSp modSp new mod setBg modNotesTx">
        <pc:chgData name="Jeffrey Moe" userId="495852c6-9817-4bbb-9162-b2e8ad79383d" providerId="ADAL" clId="{45C24337-BC83-426E-8555-560DB5D20005}" dt="2026-02-01T19:56:13.986" v="4283" actId="20577"/>
        <pc:sldMkLst>
          <pc:docMk/>
          <pc:sldMk cId="1643607784" sldId="271"/>
        </pc:sldMkLst>
        <pc:spChg chg="mod">
          <ac:chgData name="Jeffrey Moe" userId="495852c6-9817-4bbb-9162-b2e8ad79383d" providerId="ADAL" clId="{45C24337-BC83-426E-8555-560DB5D20005}" dt="2026-02-01T19:55:33.510" v="4181" actId="26606"/>
          <ac:spMkLst>
            <pc:docMk/>
            <pc:sldMk cId="1643607784" sldId="271"/>
            <ac:spMk id="2" creationId="{8412198C-BECF-FA61-0D2F-DA563E842ADE}"/>
          </ac:spMkLst>
        </pc:spChg>
        <pc:spChg chg="mod">
          <ac:chgData name="Jeffrey Moe" userId="495852c6-9817-4bbb-9162-b2e8ad79383d" providerId="ADAL" clId="{45C24337-BC83-426E-8555-560DB5D20005}" dt="2026-02-01T19:55:33.510" v="4181" actId="26606"/>
          <ac:spMkLst>
            <pc:docMk/>
            <pc:sldMk cId="1643607784" sldId="271"/>
            <ac:spMk id="3" creationId="{B6F586DD-A5EB-B15E-6217-BFA650C1B139}"/>
          </ac:spMkLst>
        </pc:spChg>
        <pc:spChg chg="add">
          <ac:chgData name="Jeffrey Moe" userId="495852c6-9817-4bbb-9162-b2e8ad79383d" providerId="ADAL" clId="{45C24337-BC83-426E-8555-560DB5D20005}" dt="2026-02-01T19:55:33.510" v="4181" actId="26606"/>
          <ac:spMkLst>
            <pc:docMk/>
            <pc:sldMk cId="1643607784" sldId="271"/>
            <ac:spMk id="8" creationId="{09588DA8-065E-4F6F-8EFD-43104AB2E0CF}"/>
          </ac:spMkLst>
        </pc:spChg>
        <pc:spChg chg="add">
          <ac:chgData name="Jeffrey Moe" userId="495852c6-9817-4bbb-9162-b2e8ad79383d" providerId="ADAL" clId="{45C24337-BC83-426E-8555-560DB5D20005}" dt="2026-02-01T19:55:33.510" v="4181" actId="26606"/>
          <ac:spMkLst>
            <pc:docMk/>
            <pc:sldMk cId="1643607784" sldId="271"/>
            <ac:spMk id="10" creationId="{C4285719-470E-454C-AF62-8323075F1F5B}"/>
          </ac:spMkLst>
        </pc:spChg>
        <pc:spChg chg="add">
          <ac:chgData name="Jeffrey Moe" userId="495852c6-9817-4bbb-9162-b2e8ad79383d" providerId="ADAL" clId="{45C24337-BC83-426E-8555-560DB5D20005}" dt="2026-02-01T19:55:33.510" v="4181" actId="26606"/>
          <ac:spMkLst>
            <pc:docMk/>
            <pc:sldMk cId="1643607784" sldId="271"/>
            <ac:spMk id="12" creationId="{CD9FE4EF-C4D8-49A0-B2FF-81D8DB7D8A24}"/>
          </ac:spMkLst>
        </pc:spChg>
        <pc:spChg chg="add">
          <ac:chgData name="Jeffrey Moe" userId="495852c6-9817-4bbb-9162-b2e8ad79383d" providerId="ADAL" clId="{45C24337-BC83-426E-8555-560DB5D20005}" dt="2026-02-01T19:55:33.510" v="4181" actId="26606"/>
          <ac:spMkLst>
            <pc:docMk/>
            <pc:sldMk cId="1643607784" sldId="271"/>
            <ac:spMk id="14" creationId="{4300840D-0A0B-4512-BACA-B439D5B9C57C}"/>
          </ac:spMkLst>
        </pc:spChg>
        <pc:spChg chg="add">
          <ac:chgData name="Jeffrey Moe" userId="495852c6-9817-4bbb-9162-b2e8ad79383d" providerId="ADAL" clId="{45C24337-BC83-426E-8555-560DB5D20005}" dt="2026-02-01T19:55:33.510" v="4181" actId="26606"/>
          <ac:spMkLst>
            <pc:docMk/>
            <pc:sldMk cId="1643607784" sldId="271"/>
            <ac:spMk id="16" creationId="{D2B78728-A580-49A7-84F9-6EF6F583ADE0}"/>
          </ac:spMkLst>
        </pc:spChg>
        <pc:spChg chg="add">
          <ac:chgData name="Jeffrey Moe" userId="495852c6-9817-4bbb-9162-b2e8ad79383d" providerId="ADAL" clId="{45C24337-BC83-426E-8555-560DB5D20005}" dt="2026-02-01T19:55:33.510" v="4181" actId="26606"/>
          <ac:spMkLst>
            <pc:docMk/>
            <pc:sldMk cId="1643607784" sldId="271"/>
            <ac:spMk id="18" creationId="{38FAA1A1-D861-433F-88FA-1E9D6FD31D11}"/>
          </ac:spMkLst>
        </pc:spChg>
        <pc:spChg chg="add">
          <ac:chgData name="Jeffrey Moe" userId="495852c6-9817-4bbb-9162-b2e8ad79383d" providerId="ADAL" clId="{45C24337-BC83-426E-8555-560DB5D20005}" dt="2026-02-01T19:55:33.510" v="4181" actId="26606"/>
          <ac:spMkLst>
            <pc:docMk/>
            <pc:sldMk cId="1643607784" sldId="271"/>
            <ac:spMk id="20" creationId="{8D71EDA1-87BF-4D5D-AB79-F346FD19278A}"/>
          </ac:spMkLst>
        </pc:spChg>
      </pc:sldChg>
      <pc:sldChg chg="addSp modSp new mod setBg">
        <pc:chgData name="Jeffrey Moe" userId="495852c6-9817-4bbb-9162-b2e8ad79383d" providerId="ADAL" clId="{45C24337-BC83-426E-8555-560DB5D20005}" dt="2026-02-01T19:56:35.463" v="4320" actId="26606"/>
        <pc:sldMkLst>
          <pc:docMk/>
          <pc:sldMk cId="1629904223" sldId="272"/>
        </pc:sldMkLst>
        <pc:spChg chg="mod">
          <ac:chgData name="Jeffrey Moe" userId="495852c6-9817-4bbb-9162-b2e8ad79383d" providerId="ADAL" clId="{45C24337-BC83-426E-8555-560DB5D20005}" dt="2026-02-01T19:56:35.463" v="4320" actId="26606"/>
          <ac:spMkLst>
            <pc:docMk/>
            <pc:sldMk cId="1629904223" sldId="272"/>
            <ac:spMk id="2" creationId="{C316E500-D7B8-09FD-AB82-794397325B40}"/>
          </ac:spMkLst>
        </pc:spChg>
        <pc:spChg chg="mod">
          <ac:chgData name="Jeffrey Moe" userId="495852c6-9817-4bbb-9162-b2e8ad79383d" providerId="ADAL" clId="{45C24337-BC83-426E-8555-560DB5D20005}" dt="2026-02-01T19:56:35.463" v="4320" actId="26606"/>
          <ac:spMkLst>
            <pc:docMk/>
            <pc:sldMk cId="1629904223" sldId="272"/>
            <ac:spMk id="3" creationId="{A226AB35-83BF-EDF8-4457-A999B8E864D4}"/>
          </ac:spMkLst>
        </pc:spChg>
        <pc:spChg chg="add">
          <ac:chgData name="Jeffrey Moe" userId="495852c6-9817-4bbb-9162-b2e8ad79383d" providerId="ADAL" clId="{45C24337-BC83-426E-8555-560DB5D20005}" dt="2026-02-01T19:56:35.463" v="4320" actId="26606"/>
          <ac:spMkLst>
            <pc:docMk/>
            <pc:sldMk cId="1629904223" sldId="272"/>
            <ac:spMk id="8" creationId="{6F5A5072-7B47-4D32-B52A-4EBBF590B8A5}"/>
          </ac:spMkLst>
        </pc:spChg>
        <pc:spChg chg="add">
          <ac:chgData name="Jeffrey Moe" userId="495852c6-9817-4bbb-9162-b2e8ad79383d" providerId="ADAL" clId="{45C24337-BC83-426E-8555-560DB5D20005}" dt="2026-02-01T19:56:35.463" v="4320" actId="26606"/>
          <ac:spMkLst>
            <pc:docMk/>
            <pc:sldMk cId="1629904223" sldId="272"/>
            <ac:spMk id="10" creationId="{9715DAF0-AE1B-46C9-8A6B-DB2AA05AB91D}"/>
          </ac:spMkLst>
        </pc:spChg>
        <pc:spChg chg="add">
          <ac:chgData name="Jeffrey Moe" userId="495852c6-9817-4bbb-9162-b2e8ad79383d" providerId="ADAL" clId="{45C24337-BC83-426E-8555-560DB5D20005}" dt="2026-02-01T19:56:35.463" v="4320" actId="26606"/>
          <ac:spMkLst>
            <pc:docMk/>
            <pc:sldMk cId="1629904223" sldId="272"/>
            <ac:spMk id="12" creationId="{6016219D-510E-4184-9090-6D5578A87BD1}"/>
          </ac:spMkLst>
        </pc:spChg>
        <pc:spChg chg="add">
          <ac:chgData name="Jeffrey Moe" userId="495852c6-9817-4bbb-9162-b2e8ad79383d" providerId="ADAL" clId="{45C24337-BC83-426E-8555-560DB5D20005}" dt="2026-02-01T19:56:35.463" v="4320" actId="26606"/>
          <ac:spMkLst>
            <pc:docMk/>
            <pc:sldMk cId="1629904223" sldId="272"/>
            <ac:spMk id="14" creationId="{AFF4A713-7B75-4B21-90D7-5AB19547C728}"/>
          </ac:spMkLst>
        </pc:spChg>
        <pc:spChg chg="add">
          <ac:chgData name="Jeffrey Moe" userId="495852c6-9817-4bbb-9162-b2e8ad79383d" providerId="ADAL" clId="{45C24337-BC83-426E-8555-560DB5D20005}" dt="2026-02-01T19:56:35.463" v="4320" actId="26606"/>
          <ac:spMkLst>
            <pc:docMk/>
            <pc:sldMk cId="1629904223" sldId="272"/>
            <ac:spMk id="16" creationId="{DC631C0B-6DA6-4E57-8231-CE32B3434A7E}"/>
          </ac:spMkLst>
        </pc:spChg>
        <pc:spChg chg="add">
          <ac:chgData name="Jeffrey Moe" userId="495852c6-9817-4bbb-9162-b2e8ad79383d" providerId="ADAL" clId="{45C24337-BC83-426E-8555-560DB5D20005}" dt="2026-02-01T19:56:35.463" v="4320" actId="26606"/>
          <ac:spMkLst>
            <pc:docMk/>
            <pc:sldMk cId="1629904223" sldId="272"/>
            <ac:spMk id="18" creationId="{C29501E6-A978-4A61-9689-9085AF97A53A}"/>
          </ac:spMkLst>
        </pc:spChg>
      </pc:sldChg>
      <pc:sldChg chg="addSp modSp new mod setBg modNotesTx">
        <pc:chgData name="Jeffrey Moe" userId="495852c6-9817-4bbb-9162-b2e8ad79383d" providerId="ADAL" clId="{45C24337-BC83-426E-8555-560DB5D20005}" dt="2026-02-01T20:00:47.896" v="4599" actId="1076"/>
        <pc:sldMkLst>
          <pc:docMk/>
          <pc:sldMk cId="1772034589" sldId="273"/>
        </pc:sldMkLst>
        <pc:spChg chg="mod">
          <ac:chgData name="Jeffrey Moe" userId="495852c6-9817-4bbb-9162-b2e8ad79383d" providerId="ADAL" clId="{45C24337-BC83-426E-8555-560DB5D20005}" dt="2026-02-01T20:00:19.295" v="4589" actId="26606"/>
          <ac:spMkLst>
            <pc:docMk/>
            <pc:sldMk cId="1772034589" sldId="273"/>
            <ac:spMk id="2" creationId="{C6CBE556-2FC5-C7BD-529B-3AE7159D49FD}"/>
          </ac:spMkLst>
        </pc:spChg>
        <pc:spChg chg="mod ord">
          <ac:chgData name="Jeffrey Moe" userId="495852c6-9817-4bbb-9162-b2e8ad79383d" providerId="ADAL" clId="{45C24337-BC83-426E-8555-560DB5D20005}" dt="2026-02-01T20:00:38.619" v="4597" actId="1076"/>
          <ac:spMkLst>
            <pc:docMk/>
            <pc:sldMk cId="1772034589" sldId="273"/>
            <ac:spMk id="3" creationId="{C719DE8B-8797-EEAE-5717-7829D30983E1}"/>
          </ac:spMkLst>
        </pc:spChg>
        <pc:spChg chg="add">
          <ac:chgData name="Jeffrey Moe" userId="495852c6-9817-4bbb-9162-b2e8ad79383d" providerId="ADAL" clId="{45C24337-BC83-426E-8555-560DB5D20005}" dt="2026-02-01T20:00:19.295" v="4589" actId="26606"/>
          <ac:spMkLst>
            <pc:docMk/>
            <pc:sldMk cId="1772034589" sldId="273"/>
            <ac:spMk id="12" creationId="{B712E947-0734-45F9-9C4F-41114EC3A33E}"/>
          </ac:spMkLst>
        </pc:spChg>
        <pc:grpChg chg="add">
          <ac:chgData name="Jeffrey Moe" userId="495852c6-9817-4bbb-9162-b2e8ad79383d" providerId="ADAL" clId="{45C24337-BC83-426E-8555-560DB5D20005}" dt="2026-02-01T20:00:19.295" v="4589" actId="26606"/>
          <ac:grpSpMkLst>
            <pc:docMk/>
            <pc:sldMk cId="1772034589" sldId="273"/>
            <ac:grpSpMk id="14" creationId="{12B3290A-D3BF-4B87-B55B-FD9A98B49727}"/>
          </ac:grpSpMkLst>
        </pc:grpChg>
        <pc:picChg chg="add mod">
          <ac:chgData name="Jeffrey Moe" userId="495852c6-9817-4bbb-9162-b2e8ad79383d" providerId="ADAL" clId="{45C24337-BC83-426E-8555-560DB5D20005}" dt="2026-02-01T20:00:41.530" v="4598" actId="14100"/>
          <ac:picMkLst>
            <pc:docMk/>
            <pc:sldMk cId="1772034589" sldId="273"/>
            <ac:picMk id="5" creationId="{CF5ACF90-0B9C-D6B3-D7E2-038643C3014A}"/>
          </ac:picMkLst>
        </pc:picChg>
        <pc:picChg chg="add mod">
          <ac:chgData name="Jeffrey Moe" userId="495852c6-9817-4bbb-9162-b2e8ad79383d" providerId="ADAL" clId="{45C24337-BC83-426E-8555-560DB5D20005}" dt="2026-02-01T20:00:47.896" v="4599" actId="1076"/>
          <ac:picMkLst>
            <pc:docMk/>
            <pc:sldMk cId="1772034589" sldId="273"/>
            <ac:picMk id="7" creationId="{7994C5C6-6500-978A-6042-CF52A44989B2}"/>
          </ac:picMkLst>
        </pc:picChg>
      </pc:sldChg>
      <pc:sldChg chg="addSp modSp new mod modNotesTx">
        <pc:chgData name="Jeffrey Moe" userId="495852c6-9817-4bbb-9162-b2e8ad79383d" providerId="ADAL" clId="{45C24337-BC83-426E-8555-560DB5D20005}" dt="2026-02-01T20:07:15.016" v="5066" actId="20577"/>
        <pc:sldMkLst>
          <pc:docMk/>
          <pc:sldMk cId="2702022412" sldId="274"/>
        </pc:sldMkLst>
        <pc:spChg chg="mod">
          <ac:chgData name="Jeffrey Moe" userId="495852c6-9817-4bbb-9162-b2e8ad79383d" providerId="ADAL" clId="{45C24337-BC83-426E-8555-560DB5D20005}" dt="2026-02-01T20:01:10.494" v="4602"/>
          <ac:spMkLst>
            <pc:docMk/>
            <pc:sldMk cId="2702022412" sldId="274"/>
            <ac:spMk id="2" creationId="{0B304AFF-F926-3EE2-A0A4-06C91F2CA8EF}"/>
          </ac:spMkLst>
        </pc:spChg>
        <pc:spChg chg="mod">
          <ac:chgData name="Jeffrey Moe" userId="495852c6-9817-4bbb-9162-b2e8ad79383d" providerId="ADAL" clId="{45C24337-BC83-426E-8555-560DB5D20005}" dt="2026-02-01T20:03:46.052" v="4846" actId="20577"/>
          <ac:spMkLst>
            <pc:docMk/>
            <pc:sldMk cId="2702022412" sldId="274"/>
            <ac:spMk id="3" creationId="{9C2C4C7E-69D1-9E0C-879B-8C497467E648}"/>
          </ac:spMkLst>
        </pc:spChg>
        <pc:picChg chg="add mod">
          <ac:chgData name="Jeffrey Moe" userId="495852c6-9817-4bbb-9162-b2e8ad79383d" providerId="ADAL" clId="{45C24337-BC83-426E-8555-560DB5D20005}" dt="2026-02-01T20:05:13.153" v="4854" actId="208"/>
          <ac:picMkLst>
            <pc:docMk/>
            <pc:sldMk cId="2702022412" sldId="274"/>
            <ac:picMk id="5" creationId="{D961B803-5518-EDEE-A7B3-D56B9BA2C8A4}"/>
          </ac:picMkLst>
        </pc:picChg>
        <pc:picChg chg="add mod">
          <ac:chgData name="Jeffrey Moe" userId="495852c6-9817-4bbb-9162-b2e8ad79383d" providerId="ADAL" clId="{45C24337-BC83-426E-8555-560DB5D20005}" dt="2026-02-01T20:05:14.573" v="4856" actId="208"/>
          <ac:picMkLst>
            <pc:docMk/>
            <pc:sldMk cId="2702022412" sldId="274"/>
            <ac:picMk id="7" creationId="{4E036566-AE9C-EEF0-F661-4CB8295A6B90}"/>
          </ac:picMkLst>
        </pc:picChg>
        <pc:cxnChg chg="add mod">
          <ac:chgData name="Jeffrey Moe" userId="495852c6-9817-4bbb-9162-b2e8ad79383d" providerId="ADAL" clId="{45C24337-BC83-426E-8555-560DB5D20005}" dt="2026-02-01T20:05:56.995" v="4861" actId="1076"/>
          <ac:cxnSpMkLst>
            <pc:docMk/>
            <pc:sldMk cId="2702022412" sldId="274"/>
            <ac:cxnSpMk id="9" creationId="{97C36904-9688-D249-FE14-C68D4344B1FD}"/>
          </ac:cxnSpMkLst>
        </pc:cxnChg>
      </pc:sldChg>
      <pc:sldChg chg="addSp modSp new mod setBg">
        <pc:chgData name="Jeffrey Moe" userId="495852c6-9817-4bbb-9162-b2e8ad79383d" providerId="ADAL" clId="{45C24337-BC83-426E-8555-560DB5D20005}" dt="2026-02-01T20:06:44.663" v="4900" actId="26606"/>
        <pc:sldMkLst>
          <pc:docMk/>
          <pc:sldMk cId="3904828030" sldId="275"/>
        </pc:sldMkLst>
        <pc:spChg chg="mod">
          <ac:chgData name="Jeffrey Moe" userId="495852c6-9817-4bbb-9162-b2e8ad79383d" providerId="ADAL" clId="{45C24337-BC83-426E-8555-560DB5D20005}" dt="2026-02-01T20:06:44.663" v="4900" actId="26606"/>
          <ac:spMkLst>
            <pc:docMk/>
            <pc:sldMk cId="3904828030" sldId="275"/>
            <ac:spMk id="2" creationId="{6389D542-1F07-5B26-5ECA-9377FDE41412}"/>
          </ac:spMkLst>
        </pc:spChg>
        <pc:spChg chg="mod">
          <ac:chgData name="Jeffrey Moe" userId="495852c6-9817-4bbb-9162-b2e8ad79383d" providerId="ADAL" clId="{45C24337-BC83-426E-8555-560DB5D20005}" dt="2026-02-01T20:06:44.663" v="4900" actId="26606"/>
          <ac:spMkLst>
            <pc:docMk/>
            <pc:sldMk cId="3904828030" sldId="275"/>
            <ac:spMk id="3" creationId="{DC6403AF-C8C0-D970-DD30-8AC6E984D341}"/>
          </ac:spMkLst>
        </pc:spChg>
        <pc:spChg chg="add">
          <ac:chgData name="Jeffrey Moe" userId="495852c6-9817-4bbb-9162-b2e8ad79383d" providerId="ADAL" clId="{45C24337-BC83-426E-8555-560DB5D20005}" dt="2026-02-01T20:06:44.663" v="4900" actId="26606"/>
          <ac:spMkLst>
            <pc:docMk/>
            <pc:sldMk cId="3904828030" sldId="275"/>
            <ac:spMk id="8" creationId="{6F5A5072-7B47-4D32-B52A-4EBBF590B8A5}"/>
          </ac:spMkLst>
        </pc:spChg>
        <pc:spChg chg="add">
          <ac:chgData name="Jeffrey Moe" userId="495852c6-9817-4bbb-9162-b2e8ad79383d" providerId="ADAL" clId="{45C24337-BC83-426E-8555-560DB5D20005}" dt="2026-02-01T20:06:44.663" v="4900" actId="26606"/>
          <ac:spMkLst>
            <pc:docMk/>
            <pc:sldMk cId="3904828030" sldId="275"/>
            <ac:spMk id="10" creationId="{9715DAF0-AE1B-46C9-8A6B-DB2AA05AB91D}"/>
          </ac:spMkLst>
        </pc:spChg>
        <pc:spChg chg="add">
          <ac:chgData name="Jeffrey Moe" userId="495852c6-9817-4bbb-9162-b2e8ad79383d" providerId="ADAL" clId="{45C24337-BC83-426E-8555-560DB5D20005}" dt="2026-02-01T20:06:44.663" v="4900" actId="26606"/>
          <ac:spMkLst>
            <pc:docMk/>
            <pc:sldMk cId="3904828030" sldId="275"/>
            <ac:spMk id="12" creationId="{6016219D-510E-4184-9090-6D5578A87BD1}"/>
          </ac:spMkLst>
        </pc:spChg>
        <pc:spChg chg="add">
          <ac:chgData name="Jeffrey Moe" userId="495852c6-9817-4bbb-9162-b2e8ad79383d" providerId="ADAL" clId="{45C24337-BC83-426E-8555-560DB5D20005}" dt="2026-02-01T20:06:44.663" v="4900" actId="26606"/>
          <ac:spMkLst>
            <pc:docMk/>
            <pc:sldMk cId="3904828030" sldId="275"/>
            <ac:spMk id="14" creationId="{AFF4A713-7B75-4B21-90D7-5AB19547C728}"/>
          </ac:spMkLst>
        </pc:spChg>
        <pc:spChg chg="add">
          <ac:chgData name="Jeffrey Moe" userId="495852c6-9817-4bbb-9162-b2e8ad79383d" providerId="ADAL" clId="{45C24337-BC83-426E-8555-560DB5D20005}" dt="2026-02-01T20:06:44.663" v="4900" actId="26606"/>
          <ac:spMkLst>
            <pc:docMk/>
            <pc:sldMk cId="3904828030" sldId="275"/>
            <ac:spMk id="16" creationId="{DC631C0B-6DA6-4E57-8231-CE32B3434A7E}"/>
          </ac:spMkLst>
        </pc:spChg>
        <pc:spChg chg="add">
          <ac:chgData name="Jeffrey Moe" userId="495852c6-9817-4bbb-9162-b2e8ad79383d" providerId="ADAL" clId="{45C24337-BC83-426E-8555-560DB5D20005}" dt="2026-02-01T20:06:44.663" v="4900" actId="26606"/>
          <ac:spMkLst>
            <pc:docMk/>
            <pc:sldMk cId="3904828030" sldId="275"/>
            <ac:spMk id="18" creationId="{C29501E6-A978-4A61-9689-9085AF97A53A}"/>
          </ac:spMkLst>
        </pc:spChg>
      </pc:sldChg>
      <pc:sldChg chg="addSp delSp modSp new mod setBg modNotesTx">
        <pc:chgData name="Jeffrey Moe" userId="495852c6-9817-4bbb-9162-b2e8ad79383d" providerId="ADAL" clId="{45C24337-BC83-426E-8555-560DB5D20005}" dt="2026-02-01T20:10:37.880" v="5381" actId="313"/>
        <pc:sldMkLst>
          <pc:docMk/>
          <pc:sldMk cId="2177523959" sldId="276"/>
        </pc:sldMkLst>
        <pc:spChg chg="mod">
          <ac:chgData name="Jeffrey Moe" userId="495852c6-9817-4bbb-9162-b2e8ad79383d" providerId="ADAL" clId="{45C24337-BC83-426E-8555-560DB5D20005}" dt="2026-02-01T20:09:53.230" v="5287" actId="26606"/>
          <ac:spMkLst>
            <pc:docMk/>
            <pc:sldMk cId="2177523959" sldId="276"/>
            <ac:spMk id="2" creationId="{E74298A7-F5DE-58E7-4FAE-B06F70A7C6B8}"/>
          </ac:spMkLst>
        </pc:spChg>
        <pc:spChg chg="mod ord">
          <ac:chgData name="Jeffrey Moe" userId="495852c6-9817-4bbb-9162-b2e8ad79383d" providerId="ADAL" clId="{45C24337-BC83-426E-8555-560DB5D20005}" dt="2026-02-01T20:09:53.230" v="5287" actId="26606"/>
          <ac:spMkLst>
            <pc:docMk/>
            <pc:sldMk cId="2177523959" sldId="276"/>
            <ac:spMk id="3" creationId="{F5ABA167-42D2-CFEF-C975-568FA2FE58F1}"/>
          </ac:spMkLst>
        </pc:spChg>
        <pc:spChg chg="add del">
          <ac:chgData name="Jeffrey Moe" userId="495852c6-9817-4bbb-9162-b2e8ad79383d" providerId="ADAL" clId="{45C24337-BC83-426E-8555-560DB5D20005}" dt="2026-02-01T20:09:53.230" v="5287" actId="26606"/>
          <ac:spMkLst>
            <pc:docMk/>
            <pc:sldMk cId="2177523959" sldId="276"/>
            <ac:spMk id="10" creationId="{3346177D-ADC4-4968-B747-5CFCD390B5B9}"/>
          </ac:spMkLst>
        </pc:spChg>
        <pc:spChg chg="add del">
          <ac:chgData name="Jeffrey Moe" userId="495852c6-9817-4bbb-9162-b2e8ad79383d" providerId="ADAL" clId="{45C24337-BC83-426E-8555-560DB5D20005}" dt="2026-02-01T20:09:53.230" v="5287" actId="26606"/>
          <ac:spMkLst>
            <pc:docMk/>
            <pc:sldMk cId="2177523959" sldId="276"/>
            <ac:spMk id="12" creationId="{0844A943-BF79-4FEA-ABB1-3BD54D236606}"/>
          </ac:spMkLst>
        </pc:spChg>
        <pc:spChg chg="add del">
          <ac:chgData name="Jeffrey Moe" userId="495852c6-9817-4bbb-9162-b2e8ad79383d" providerId="ADAL" clId="{45C24337-BC83-426E-8555-560DB5D20005}" dt="2026-02-01T20:09:53.230" v="5287" actId="26606"/>
          <ac:spMkLst>
            <pc:docMk/>
            <pc:sldMk cId="2177523959" sldId="276"/>
            <ac:spMk id="14" creationId="{6437CC72-F4A8-4DC3-AFAB-D22C482C8100}"/>
          </ac:spMkLst>
        </pc:spChg>
        <pc:picChg chg="add mod">
          <ac:chgData name="Jeffrey Moe" userId="495852c6-9817-4bbb-9162-b2e8ad79383d" providerId="ADAL" clId="{45C24337-BC83-426E-8555-560DB5D20005}" dt="2026-02-01T20:09:53.230" v="5287" actId="26606"/>
          <ac:picMkLst>
            <pc:docMk/>
            <pc:sldMk cId="2177523959" sldId="276"/>
            <ac:picMk id="5" creationId="{AB8EBA2E-ABB9-EB55-DE28-04A99713051E}"/>
          </ac:picMkLst>
        </pc:picChg>
      </pc:sldChg>
      <pc:sldChg chg="addSp delSp modSp new mod setBg">
        <pc:chgData name="Jeffrey Moe" userId="495852c6-9817-4bbb-9162-b2e8ad79383d" providerId="ADAL" clId="{45C24337-BC83-426E-8555-560DB5D20005}" dt="2026-02-01T22:11:51.378" v="5681" actId="26606"/>
        <pc:sldMkLst>
          <pc:docMk/>
          <pc:sldMk cId="4257681662" sldId="277"/>
        </pc:sldMkLst>
        <pc:spChg chg="mod">
          <ac:chgData name="Jeffrey Moe" userId="495852c6-9817-4bbb-9162-b2e8ad79383d" providerId="ADAL" clId="{45C24337-BC83-426E-8555-560DB5D20005}" dt="2026-02-01T22:11:51.378" v="5681" actId="26606"/>
          <ac:spMkLst>
            <pc:docMk/>
            <pc:sldMk cId="4257681662" sldId="277"/>
            <ac:spMk id="2" creationId="{827AA6EA-7EA0-A842-DADF-1C300D01C5F1}"/>
          </ac:spMkLst>
        </pc:spChg>
        <pc:spChg chg="del mod">
          <ac:chgData name="Jeffrey Moe" userId="495852c6-9817-4bbb-9162-b2e8ad79383d" providerId="ADAL" clId="{45C24337-BC83-426E-8555-560DB5D20005}" dt="2026-02-01T22:11:51.378" v="5681" actId="26606"/>
          <ac:spMkLst>
            <pc:docMk/>
            <pc:sldMk cId="4257681662" sldId="277"/>
            <ac:spMk id="3" creationId="{11C5BBDB-1DEF-CFD7-1025-5C5C0930545D}"/>
          </ac:spMkLst>
        </pc:spChg>
        <pc:spChg chg="add del">
          <ac:chgData name="Jeffrey Moe" userId="495852c6-9817-4bbb-9162-b2e8ad79383d" providerId="ADAL" clId="{45C24337-BC83-426E-8555-560DB5D20005}" dt="2026-02-01T22:11:51.343" v="5680" actId="26606"/>
          <ac:spMkLst>
            <pc:docMk/>
            <pc:sldMk cId="4257681662" sldId="277"/>
            <ac:spMk id="8" creationId="{1B15ED52-F352-441B-82BF-E0EA34836D08}"/>
          </ac:spMkLst>
        </pc:spChg>
        <pc:spChg chg="add">
          <ac:chgData name="Jeffrey Moe" userId="495852c6-9817-4bbb-9162-b2e8ad79383d" providerId="ADAL" clId="{45C24337-BC83-426E-8555-560DB5D20005}" dt="2026-02-01T22:11:51.378" v="5681" actId="26606"/>
          <ac:spMkLst>
            <pc:docMk/>
            <pc:sldMk cId="4257681662" sldId="277"/>
            <ac:spMk id="9" creationId="{BACC6370-2D7E-4714-9D71-7542949D7D5D}"/>
          </ac:spMkLst>
        </pc:spChg>
        <pc:spChg chg="add del">
          <ac:chgData name="Jeffrey Moe" userId="495852c6-9817-4bbb-9162-b2e8ad79383d" providerId="ADAL" clId="{45C24337-BC83-426E-8555-560DB5D20005}" dt="2026-02-01T22:11:51.343" v="5680" actId="26606"/>
          <ac:spMkLst>
            <pc:docMk/>
            <pc:sldMk cId="4257681662" sldId="277"/>
            <ac:spMk id="10" creationId="{3B2E3793-BFE6-45A2-9B7B-E18844431C99}"/>
          </ac:spMkLst>
        </pc:spChg>
        <pc:spChg chg="add">
          <ac:chgData name="Jeffrey Moe" userId="495852c6-9817-4bbb-9162-b2e8ad79383d" providerId="ADAL" clId="{45C24337-BC83-426E-8555-560DB5D20005}" dt="2026-02-01T22:11:51.378" v="5681" actId="26606"/>
          <ac:spMkLst>
            <pc:docMk/>
            <pc:sldMk cId="4257681662" sldId="277"/>
            <ac:spMk id="11" creationId="{F68B3F68-107C-434F-AA38-110D5EA91B85}"/>
          </ac:spMkLst>
        </pc:spChg>
        <pc:spChg chg="add del">
          <ac:chgData name="Jeffrey Moe" userId="495852c6-9817-4bbb-9162-b2e8ad79383d" providerId="ADAL" clId="{45C24337-BC83-426E-8555-560DB5D20005}" dt="2026-02-01T22:11:51.343" v="5680" actId="26606"/>
          <ac:spMkLst>
            <pc:docMk/>
            <pc:sldMk cId="4257681662" sldId="277"/>
            <ac:spMk id="12" creationId="{BC4C4868-CB8F-4AF9-9CDB-8108F2C19B67}"/>
          </ac:spMkLst>
        </pc:spChg>
        <pc:spChg chg="add">
          <ac:chgData name="Jeffrey Moe" userId="495852c6-9817-4bbb-9162-b2e8ad79383d" providerId="ADAL" clId="{45C24337-BC83-426E-8555-560DB5D20005}" dt="2026-02-01T22:11:51.378" v="5681" actId="26606"/>
          <ac:spMkLst>
            <pc:docMk/>
            <pc:sldMk cId="4257681662" sldId="277"/>
            <ac:spMk id="13" creationId="{AAD0DBB9-1A4B-4391-81D4-CB19F9AB918A}"/>
          </ac:spMkLst>
        </pc:spChg>
        <pc:spChg chg="add del">
          <ac:chgData name="Jeffrey Moe" userId="495852c6-9817-4bbb-9162-b2e8ad79383d" providerId="ADAL" clId="{45C24337-BC83-426E-8555-560DB5D20005}" dt="2026-02-01T22:11:51.343" v="5680" actId="26606"/>
          <ac:spMkLst>
            <pc:docMk/>
            <pc:sldMk cId="4257681662" sldId="277"/>
            <ac:spMk id="14" creationId="{375E0459-6403-40CD-989D-56A4407CA12E}"/>
          </ac:spMkLst>
        </pc:spChg>
        <pc:spChg chg="add">
          <ac:chgData name="Jeffrey Moe" userId="495852c6-9817-4bbb-9162-b2e8ad79383d" providerId="ADAL" clId="{45C24337-BC83-426E-8555-560DB5D20005}" dt="2026-02-01T22:11:51.378" v="5681" actId="26606"/>
          <ac:spMkLst>
            <pc:docMk/>
            <pc:sldMk cId="4257681662" sldId="277"/>
            <ac:spMk id="15" creationId="{063BBA22-50EA-4C4D-BE05-F1CE4E63AA56}"/>
          </ac:spMkLst>
        </pc:spChg>
        <pc:spChg chg="add del">
          <ac:chgData name="Jeffrey Moe" userId="495852c6-9817-4bbb-9162-b2e8ad79383d" providerId="ADAL" clId="{45C24337-BC83-426E-8555-560DB5D20005}" dt="2026-02-01T22:11:51.343" v="5680" actId="26606"/>
          <ac:spMkLst>
            <pc:docMk/>
            <pc:sldMk cId="4257681662" sldId="277"/>
            <ac:spMk id="16" creationId="{53E5B1A8-3AC9-4BD1-9BBC-78CA94F2D1BA}"/>
          </ac:spMkLst>
        </pc:spChg>
        <pc:graphicFrameChg chg="add">
          <ac:chgData name="Jeffrey Moe" userId="495852c6-9817-4bbb-9162-b2e8ad79383d" providerId="ADAL" clId="{45C24337-BC83-426E-8555-560DB5D20005}" dt="2026-02-01T22:11:51.378" v="5681" actId="26606"/>
          <ac:graphicFrameMkLst>
            <pc:docMk/>
            <pc:sldMk cId="4257681662" sldId="277"/>
            <ac:graphicFrameMk id="5" creationId="{448628D2-ECE3-EE91-C53B-CA4916D49B66}"/>
          </ac:graphicFrameMkLst>
        </pc:graphicFrameChg>
      </pc:sldChg>
      <pc:sldMasterChg chg="setBg">
        <pc:chgData name="Jeffrey Moe" userId="495852c6-9817-4bbb-9162-b2e8ad79383d" providerId="ADAL" clId="{45C24337-BC83-426E-8555-560DB5D20005}" dt="2026-01-31T21:32:35.382" v="75"/>
        <pc:sldMasterMkLst>
          <pc:docMk/>
          <pc:sldMasterMk cId="1573011144" sldId="2147483648"/>
        </pc:sldMasterMkLst>
      </pc:sldMasterChg>
    </pc:docChg>
  </pc:docChgLst>
</pc:chgInfo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svg"/><Relationship Id="rId1" Type="http://schemas.openxmlformats.org/officeDocument/2006/relationships/image" Target="../media/image19.png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AB3B9A-0F52-4DD5-9999-F19F44DB255B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7778DA2-E4C3-4338-A1CB-D70BEE7600B1}">
      <dgm:prSet/>
      <dgm:spPr/>
      <dgm:t>
        <a:bodyPr/>
        <a:lstStyle/>
        <a:p>
          <a:r>
            <a:rPr lang="en-US"/>
            <a:t>Data Preparation</a:t>
          </a:r>
        </a:p>
      </dgm:t>
    </dgm:pt>
    <dgm:pt modelId="{096E0CB0-44AA-414F-B688-3362188BE439}" type="parTrans" cxnId="{FE748DB8-2BDA-4517-8FD6-226C2D1E1E3A}">
      <dgm:prSet/>
      <dgm:spPr/>
      <dgm:t>
        <a:bodyPr/>
        <a:lstStyle/>
        <a:p>
          <a:endParaRPr lang="en-US"/>
        </a:p>
      </dgm:t>
    </dgm:pt>
    <dgm:pt modelId="{0A22B3B2-1A95-47DB-9D22-1C9940720B7E}" type="sibTrans" cxnId="{FE748DB8-2BDA-4517-8FD6-226C2D1E1E3A}">
      <dgm:prSet/>
      <dgm:spPr/>
      <dgm:t>
        <a:bodyPr/>
        <a:lstStyle/>
        <a:p>
          <a:endParaRPr lang="en-US"/>
        </a:p>
      </dgm:t>
    </dgm:pt>
    <dgm:pt modelId="{DD70BBDF-87DF-4E31-A80E-1AE04252CB1A}">
      <dgm:prSet/>
      <dgm:spPr/>
      <dgm:t>
        <a:bodyPr/>
        <a:lstStyle/>
        <a:p>
          <a:r>
            <a:rPr lang="en-US"/>
            <a:t>Constructing the LSTM Model</a:t>
          </a:r>
        </a:p>
      </dgm:t>
    </dgm:pt>
    <dgm:pt modelId="{FCFEB18E-6684-48C7-8EC8-372920BB48C9}" type="parTrans" cxnId="{FD46FE2A-4905-4133-BF74-D59D497A8A7B}">
      <dgm:prSet/>
      <dgm:spPr/>
      <dgm:t>
        <a:bodyPr/>
        <a:lstStyle/>
        <a:p>
          <a:endParaRPr lang="en-US"/>
        </a:p>
      </dgm:t>
    </dgm:pt>
    <dgm:pt modelId="{E77EEC0E-68B0-493F-9999-9E1514F6D4FB}" type="sibTrans" cxnId="{FD46FE2A-4905-4133-BF74-D59D497A8A7B}">
      <dgm:prSet/>
      <dgm:spPr/>
      <dgm:t>
        <a:bodyPr/>
        <a:lstStyle/>
        <a:p>
          <a:endParaRPr lang="en-US"/>
        </a:p>
      </dgm:t>
    </dgm:pt>
    <dgm:pt modelId="{71363F2C-4C4F-4899-A8F5-3D62172A7A23}">
      <dgm:prSet/>
      <dgm:spPr/>
      <dgm:t>
        <a:bodyPr/>
        <a:lstStyle/>
        <a:p>
          <a:r>
            <a:rPr lang="en-US"/>
            <a:t>Training and Evaluation</a:t>
          </a:r>
        </a:p>
      </dgm:t>
    </dgm:pt>
    <dgm:pt modelId="{3C2EBCCF-4B5A-45C9-9D82-F6747F4E2B72}" type="parTrans" cxnId="{E7E9AFDE-EB91-47AC-A920-AB92A6032E79}">
      <dgm:prSet/>
      <dgm:spPr/>
      <dgm:t>
        <a:bodyPr/>
        <a:lstStyle/>
        <a:p>
          <a:endParaRPr lang="en-US"/>
        </a:p>
      </dgm:t>
    </dgm:pt>
    <dgm:pt modelId="{815DA5F2-0703-453C-957A-3761BFD1F976}" type="sibTrans" cxnId="{E7E9AFDE-EB91-47AC-A920-AB92A6032E79}">
      <dgm:prSet/>
      <dgm:spPr/>
      <dgm:t>
        <a:bodyPr/>
        <a:lstStyle/>
        <a:p>
          <a:endParaRPr lang="en-US"/>
        </a:p>
      </dgm:t>
    </dgm:pt>
    <dgm:pt modelId="{DF82322C-BB6A-4076-AB15-0448B132020F}">
      <dgm:prSet/>
      <dgm:spPr/>
      <dgm:t>
        <a:bodyPr/>
        <a:lstStyle/>
        <a:p>
          <a:r>
            <a:rPr lang="en-US"/>
            <a:t>Insights and Model Comparison</a:t>
          </a:r>
        </a:p>
      </dgm:t>
    </dgm:pt>
    <dgm:pt modelId="{B3C526AB-1DA2-47F3-B206-69CF313127D8}" type="parTrans" cxnId="{7D0F8DA8-2F29-4AF4-A403-A44F4CAC3740}">
      <dgm:prSet/>
      <dgm:spPr/>
      <dgm:t>
        <a:bodyPr/>
        <a:lstStyle/>
        <a:p>
          <a:endParaRPr lang="en-US"/>
        </a:p>
      </dgm:t>
    </dgm:pt>
    <dgm:pt modelId="{502A81AA-B4A8-4BF9-BA81-253A48673DE0}" type="sibTrans" cxnId="{7D0F8DA8-2F29-4AF4-A403-A44F4CAC3740}">
      <dgm:prSet/>
      <dgm:spPr/>
      <dgm:t>
        <a:bodyPr/>
        <a:lstStyle/>
        <a:p>
          <a:endParaRPr lang="en-US"/>
        </a:p>
      </dgm:t>
    </dgm:pt>
    <dgm:pt modelId="{80E0FE42-2C3C-4862-9E8F-6BAAA53E56D5}" type="pres">
      <dgm:prSet presAssocID="{AAAB3B9A-0F52-4DD5-9999-F19F44DB255B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64740C8E-78B6-4AC0-A44E-4BCC5B4B02DC}" type="pres">
      <dgm:prSet presAssocID="{97778DA2-E4C3-4338-A1CB-D70BEE7600B1}" presName="hierRoot1" presStyleCnt="0">
        <dgm:presLayoutVars>
          <dgm:hierBranch val="init"/>
        </dgm:presLayoutVars>
      </dgm:prSet>
      <dgm:spPr/>
    </dgm:pt>
    <dgm:pt modelId="{032A21CE-4128-4665-968C-B968EB97D448}" type="pres">
      <dgm:prSet presAssocID="{97778DA2-E4C3-4338-A1CB-D70BEE7600B1}" presName="rootComposite1" presStyleCnt="0"/>
      <dgm:spPr/>
    </dgm:pt>
    <dgm:pt modelId="{18D16644-44CA-45CE-9407-3988DD831C6E}" type="pres">
      <dgm:prSet presAssocID="{97778DA2-E4C3-4338-A1CB-D70BEE7600B1}" presName="rootText1" presStyleLbl="node0" presStyleIdx="0" presStyleCnt="4">
        <dgm:presLayoutVars>
          <dgm:chPref val="3"/>
        </dgm:presLayoutVars>
      </dgm:prSet>
      <dgm:spPr/>
    </dgm:pt>
    <dgm:pt modelId="{55FEEC5D-3EA2-4546-93AB-29F03B7134DF}" type="pres">
      <dgm:prSet presAssocID="{97778DA2-E4C3-4338-A1CB-D70BEE7600B1}" presName="rootConnector1" presStyleLbl="node1" presStyleIdx="0" presStyleCnt="0"/>
      <dgm:spPr/>
    </dgm:pt>
    <dgm:pt modelId="{B9D71727-64D4-4775-A5B6-3C56BBB640BF}" type="pres">
      <dgm:prSet presAssocID="{97778DA2-E4C3-4338-A1CB-D70BEE7600B1}" presName="hierChild2" presStyleCnt="0"/>
      <dgm:spPr/>
    </dgm:pt>
    <dgm:pt modelId="{DC7DE511-97C0-4267-9938-714C54B28757}" type="pres">
      <dgm:prSet presAssocID="{97778DA2-E4C3-4338-A1CB-D70BEE7600B1}" presName="hierChild3" presStyleCnt="0"/>
      <dgm:spPr/>
    </dgm:pt>
    <dgm:pt modelId="{D9E80B82-6388-4D99-97AC-52C4EB0EC8F2}" type="pres">
      <dgm:prSet presAssocID="{DD70BBDF-87DF-4E31-A80E-1AE04252CB1A}" presName="hierRoot1" presStyleCnt="0">
        <dgm:presLayoutVars>
          <dgm:hierBranch val="init"/>
        </dgm:presLayoutVars>
      </dgm:prSet>
      <dgm:spPr/>
    </dgm:pt>
    <dgm:pt modelId="{36704BA5-0C3F-4AE9-93BA-4A4ABCCF6A21}" type="pres">
      <dgm:prSet presAssocID="{DD70BBDF-87DF-4E31-A80E-1AE04252CB1A}" presName="rootComposite1" presStyleCnt="0"/>
      <dgm:spPr/>
    </dgm:pt>
    <dgm:pt modelId="{3CBF9EEC-C611-4ABA-819E-90EF32C02091}" type="pres">
      <dgm:prSet presAssocID="{DD70BBDF-87DF-4E31-A80E-1AE04252CB1A}" presName="rootText1" presStyleLbl="node0" presStyleIdx="1" presStyleCnt="4">
        <dgm:presLayoutVars>
          <dgm:chPref val="3"/>
        </dgm:presLayoutVars>
      </dgm:prSet>
      <dgm:spPr/>
    </dgm:pt>
    <dgm:pt modelId="{A2EE46C2-7B76-4C11-ADA3-49694973F5EB}" type="pres">
      <dgm:prSet presAssocID="{DD70BBDF-87DF-4E31-A80E-1AE04252CB1A}" presName="rootConnector1" presStyleLbl="node1" presStyleIdx="0" presStyleCnt="0"/>
      <dgm:spPr/>
    </dgm:pt>
    <dgm:pt modelId="{4F34E518-9996-45EB-9B8A-57BD3B54A174}" type="pres">
      <dgm:prSet presAssocID="{DD70BBDF-87DF-4E31-A80E-1AE04252CB1A}" presName="hierChild2" presStyleCnt="0"/>
      <dgm:spPr/>
    </dgm:pt>
    <dgm:pt modelId="{519C5A6E-F653-40CC-BFF0-E2907BF3FF19}" type="pres">
      <dgm:prSet presAssocID="{DD70BBDF-87DF-4E31-A80E-1AE04252CB1A}" presName="hierChild3" presStyleCnt="0"/>
      <dgm:spPr/>
    </dgm:pt>
    <dgm:pt modelId="{2BCEFF63-0421-4092-A8A7-8BF1B0C20494}" type="pres">
      <dgm:prSet presAssocID="{71363F2C-4C4F-4899-A8F5-3D62172A7A23}" presName="hierRoot1" presStyleCnt="0">
        <dgm:presLayoutVars>
          <dgm:hierBranch val="init"/>
        </dgm:presLayoutVars>
      </dgm:prSet>
      <dgm:spPr/>
    </dgm:pt>
    <dgm:pt modelId="{8F4F70D2-DA7D-432B-B4DF-C4EF7C3CDE1A}" type="pres">
      <dgm:prSet presAssocID="{71363F2C-4C4F-4899-A8F5-3D62172A7A23}" presName="rootComposite1" presStyleCnt="0"/>
      <dgm:spPr/>
    </dgm:pt>
    <dgm:pt modelId="{2A092EC8-0ED9-40E5-933B-028EB57D4886}" type="pres">
      <dgm:prSet presAssocID="{71363F2C-4C4F-4899-A8F5-3D62172A7A23}" presName="rootText1" presStyleLbl="node0" presStyleIdx="2" presStyleCnt="4">
        <dgm:presLayoutVars>
          <dgm:chPref val="3"/>
        </dgm:presLayoutVars>
      </dgm:prSet>
      <dgm:spPr/>
    </dgm:pt>
    <dgm:pt modelId="{45A704DF-58F1-42DA-B724-883E19FD12C0}" type="pres">
      <dgm:prSet presAssocID="{71363F2C-4C4F-4899-A8F5-3D62172A7A23}" presName="rootConnector1" presStyleLbl="node1" presStyleIdx="0" presStyleCnt="0"/>
      <dgm:spPr/>
    </dgm:pt>
    <dgm:pt modelId="{F661E5AF-43EC-4ADF-84D3-3A12B93BED68}" type="pres">
      <dgm:prSet presAssocID="{71363F2C-4C4F-4899-A8F5-3D62172A7A23}" presName="hierChild2" presStyleCnt="0"/>
      <dgm:spPr/>
    </dgm:pt>
    <dgm:pt modelId="{739F722A-CDFF-4392-A665-D47A802577AA}" type="pres">
      <dgm:prSet presAssocID="{71363F2C-4C4F-4899-A8F5-3D62172A7A23}" presName="hierChild3" presStyleCnt="0"/>
      <dgm:spPr/>
    </dgm:pt>
    <dgm:pt modelId="{6E3B7B40-4CD0-4D7D-8D8C-0FAE74700D11}" type="pres">
      <dgm:prSet presAssocID="{DF82322C-BB6A-4076-AB15-0448B132020F}" presName="hierRoot1" presStyleCnt="0">
        <dgm:presLayoutVars>
          <dgm:hierBranch val="init"/>
        </dgm:presLayoutVars>
      </dgm:prSet>
      <dgm:spPr/>
    </dgm:pt>
    <dgm:pt modelId="{D249E1A6-0287-4B4F-9675-263A9FFECE1F}" type="pres">
      <dgm:prSet presAssocID="{DF82322C-BB6A-4076-AB15-0448B132020F}" presName="rootComposite1" presStyleCnt="0"/>
      <dgm:spPr/>
    </dgm:pt>
    <dgm:pt modelId="{25A81EDB-301A-4279-A2C3-1F9CAA2A38C5}" type="pres">
      <dgm:prSet presAssocID="{DF82322C-BB6A-4076-AB15-0448B132020F}" presName="rootText1" presStyleLbl="node0" presStyleIdx="3" presStyleCnt="4">
        <dgm:presLayoutVars>
          <dgm:chPref val="3"/>
        </dgm:presLayoutVars>
      </dgm:prSet>
      <dgm:spPr/>
    </dgm:pt>
    <dgm:pt modelId="{D1646FF0-242C-4BE3-B4D4-B3BF02887239}" type="pres">
      <dgm:prSet presAssocID="{DF82322C-BB6A-4076-AB15-0448B132020F}" presName="rootConnector1" presStyleLbl="node1" presStyleIdx="0" presStyleCnt="0"/>
      <dgm:spPr/>
    </dgm:pt>
    <dgm:pt modelId="{74A2505C-9D53-4CCF-A2D5-E5FD8690F9D3}" type="pres">
      <dgm:prSet presAssocID="{DF82322C-BB6A-4076-AB15-0448B132020F}" presName="hierChild2" presStyleCnt="0"/>
      <dgm:spPr/>
    </dgm:pt>
    <dgm:pt modelId="{995C6F5E-1F3C-4AD5-8988-BAC8A479B93C}" type="pres">
      <dgm:prSet presAssocID="{DF82322C-BB6A-4076-AB15-0448B132020F}" presName="hierChild3" presStyleCnt="0"/>
      <dgm:spPr/>
    </dgm:pt>
  </dgm:ptLst>
  <dgm:cxnLst>
    <dgm:cxn modelId="{E1F09009-908A-4C8B-B62F-8CED6C9DFA16}" type="presOf" srcId="{97778DA2-E4C3-4338-A1CB-D70BEE7600B1}" destId="{55FEEC5D-3EA2-4546-93AB-29F03B7134DF}" srcOrd="1" destOrd="0" presId="urn:microsoft.com/office/officeart/2005/8/layout/orgChart1"/>
    <dgm:cxn modelId="{018F0723-0A9A-499E-951F-B80ED37A1A1E}" type="presOf" srcId="{97778DA2-E4C3-4338-A1CB-D70BEE7600B1}" destId="{18D16644-44CA-45CE-9407-3988DD831C6E}" srcOrd="0" destOrd="0" presId="urn:microsoft.com/office/officeart/2005/8/layout/orgChart1"/>
    <dgm:cxn modelId="{FD46FE2A-4905-4133-BF74-D59D497A8A7B}" srcId="{AAAB3B9A-0F52-4DD5-9999-F19F44DB255B}" destId="{DD70BBDF-87DF-4E31-A80E-1AE04252CB1A}" srcOrd="1" destOrd="0" parTransId="{FCFEB18E-6684-48C7-8EC8-372920BB48C9}" sibTransId="{E77EEC0E-68B0-493F-9999-9E1514F6D4FB}"/>
    <dgm:cxn modelId="{F356CB39-F1A1-4918-920C-3F602D1E3B06}" type="presOf" srcId="{DF82322C-BB6A-4076-AB15-0448B132020F}" destId="{D1646FF0-242C-4BE3-B4D4-B3BF02887239}" srcOrd="1" destOrd="0" presId="urn:microsoft.com/office/officeart/2005/8/layout/orgChart1"/>
    <dgm:cxn modelId="{7717CE69-B29F-4774-A32F-DFD526434A48}" type="presOf" srcId="{71363F2C-4C4F-4899-A8F5-3D62172A7A23}" destId="{45A704DF-58F1-42DA-B724-883E19FD12C0}" srcOrd="1" destOrd="0" presId="urn:microsoft.com/office/officeart/2005/8/layout/orgChart1"/>
    <dgm:cxn modelId="{3DA59A99-6573-4C86-8AF5-4B7FF356BD19}" type="presOf" srcId="{71363F2C-4C4F-4899-A8F5-3D62172A7A23}" destId="{2A092EC8-0ED9-40E5-933B-028EB57D4886}" srcOrd="0" destOrd="0" presId="urn:microsoft.com/office/officeart/2005/8/layout/orgChart1"/>
    <dgm:cxn modelId="{7D0F8DA8-2F29-4AF4-A403-A44F4CAC3740}" srcId="{AAAB3B9A-0F52-4DD5-9999-F19F44DB255B}" destId="{DF82322C-BB6A-4076-AB15-0448B132020F}" srcOrd="3" destOrd="0" parTransId="{B3C526AB-1DA2-47F3-B206-69CF313127D8}" sibTransId="{502A81AA-B4A8-4BF9-BA81-253A48673DE0}"/>
    <dgm:cxn modelId="{FE748DB8-2BDA-4517-8FD6-226C2D1E1E3A}" srcId="{AAAB3B9A-0F52-4DD5-9999-F19F44DB255B}" destId="{97778DA2-E4C3-4338-A1CB-D70BEE7600B1}" srcOrd="0" destOrd="0" parTransId="{096E0CB0-44AA-414F-B688-3362188BE439}" sibTransId="{0A22B3B2-1A95-47DB-9D22-1C9940720B7E}"/>
    <dgm:cxn modelId="{CD8B58BE-4C2C-4B61-905B-FC7312B7B024}" type="presOf" srcId="{AAAB3B9A-0F52-4DD5-9999-F19F44DB255B}" destId="{80E0FE42-2C3C-4862-9E8F-6BAAA53E56D5}" srcOrd="0" destOrd="0" presId="urn:microsoft.com/office/officeart/2005/8/layout/orgChart1"/>
    <dgm:cxn modelId="{3C812CC6-00AD-4E1F-936E-64B1AE71235D}" type="presOf" srcId="{DD70BBDF-87DF-4E31-A80E-1AE04252CB1A}" destId="{A2EE46C2-7B76-4C11-ADA3-49694973F5EB}" srcOrd="1" destOrd="0" presId="urn:microsoft.com/office/officeart/2005/8/layout/orgChart1"/>
    <dgm:cxn modelId="{194F46D9-19C2-49B3-A750-FA9BFC8F6117}" type="presOf" srcId="{DD70BBDF-87DF-4E31-A80E-1AE04252CB1A}" destId="{3CBF9EEC-C611-4ABA-819E-90EF32C02091}" srcOrd="0" destOrd="0" presId="urn:microsoft.com/office/officeart/2005/8/layout/orgChart1"/>
    <dgm:cxn modelId="{773602DD-9684-4D06-8DF3-4F47948F516C}" type="presOf" srcId="{DF82322C-BB6A-4076-AB15-0448B132020F}" destId="{25A81EDB-301A-4279-A2C3-1F9CAA2A38C5}" srcOrd="0" destOrd="0" presId="urn:microsoft.com/office/officeart/2005/8/layout/orgChart1"/>
    <dgm:cxn modelId="{E7E9AFDE-EB91-47AC-A920-AB92A6032E79}" srcId="{AAAB3B9A-0F52-4DD5-9999-F19F44DB255B}" destId="{71363F2C-4C4F-4899-A8F5-3D62172A7A23}" srcOrd="2" destOrd="0" parTransId="{3C2EBCCF-4B5A-45C9-9D82-F6747F4E2B72}" sibTransId="{815DA5F2-0703-453C-957A-3761BFD1F976}"/>
    <dgm:cxn modelId="{3D3FC635-EDF8-4A5C-A8DB-D18410B6CA70}" type="presParOf" srcId="{80E0FE42-2C3C-4862-9E8F-6BAAA53E56D5}" destId="{64740C8E-78B6-4AC0-A44E-4BCC5B4B02DC}" srcOrd="0" destOrd="0" presId="urn:microsoft.com/office/officeart/2005/8/layout/orgChart1"/>
    <dgm:cxn modelId="{539006CB-5A00-42F4-A908-9819AE98C888}" type="presParOf" srcId="{64740C8E-78B6-4AC0-A44E-4BCC5B4B02DC}" destId="{032A21CE-4128-4665-968C-B968EB97D448}" srcOrd="0" destOrd="0" presId="urn:microsoft.com/office/officeart/2005/8/layout/orgChart1"/>
    <dgm:cxn modelId="{8460EB62-0E47-446C-8883-4382EFC09EEA}" type="presParOf" srcId="{032A21CE-4128-4665-968C-B968EB97D448}" destId="{18D16644-44CA-45CE-9407-3988DD831C6E}" srcOrd="0" destOrd="0" presId="urn:microsoft.com/office/officeart/2005/8/layout/orgChart1"/>
    <dgm:cxn modelId="{B7BA7ADD-80D4-4623-9E13-2ED32545C921}" type="presParOf" srcId="{032A21CE-4128-4665-968C-B968EB97D448}" destId="{55FEEC5D-3EA2-4546-93AB-29F03B7134DF}" srcOrd="1" destOrd="0" presId="urn:microsoft.com/office/officeart/2005/8/layout/orgChart1"/>
    <dgm:cxn modelId="{59AAABD2-8742-4DCF-8ADE-D4750C1B161A}" type="presParOf" srcId="{64740C8E-78B6-4AC0-A44E-4BCC5B4B02DC}" destId="{B9D71727-64D4-4775-A5B6-3C56BBB640BF}" srcOrd="1" destOrd="0" presId="urn:microsoft.com/office/officeart/2005/8/layout/orgChart1"/>
    <dgm:cxn modelId="{EB9B8C8F-E8C3-461A-B599-71C6F9D7A07E}" type="presParOf" srcId="{64740C8E-78B6-4AC0-A44E-4BCC5B4B02DC}" destId="{DC7DE511-97C0-4267-9938-714C54B28757}" srcOrd="2" destOrd="0" presId="urn:microsoft.com/office/officeart/2005/8/layout/orgChart1"/>
    <dgm:cxn modelId="{724EE74B-BD8F-4343-A284-8A5DF1E32433}" type="presParOf" srcId="{80E0FE42-2C3C-4862-9E8F-6BAAA53E56D5}" destId="{D9E80B82-6388-4D99-97AC-52C4EB0EC8F2}" srcOrd="1" destOrd="0" presId="urn:microsoft.com/office/officeart/2005/8/layout/orgChart1"/>
    <dgm:cxn modelId="{71C2ABE9-4C08-4ABB-9AB2-54C4E473B1D4}" type="presParOf" srcId="{D9E80B82-6388-4D99-97AC-52C4EB0EC8F2}" destId="{36704BA5-0C3F-4AE9-93BA-4A4ABCCF6A21}" srcOrd="0" destOrd="0" presId="urn:microsoft.com/office/officeart/2005/8/layout/orgChart1"/>
    <dgm:cxn modelId="{10CC8B95-D441-4FAC-9817-A2D0E2401921}" type="presParOf" srcId="{36704BA5-0C3F-4AE9-93BA-4A4ABCCF6A21}" destId="{3CBF9EEC-C611-4ABA-819E-90EF32C02091}" srcOrd="0" destOrd="0" presId="urn:microsoft.com/office/officeart/2005/8/layout/orgChart1"/>
    <dgm:cxn modelId="{521D38BB-4829-4DC6-8780-395EA9B6A4C6}" type="presParOf" srcId="{36704BA5-0C3F-4AE9-93BA-4A4ABCCF6A21}" destId="{A2EE46C2-7B76-4C11-ADA3-49694973F5EB}" srcOrd="1" destOrd="0" presId="urn:microsoft.com/office/officeart/2005/8/layout/orgChart1"/>
    <dgm:cxn modelId="{AF73E9D7-DBD1-4B97-BACE-DD5495C58074}" type="presParOf" srcId="{D9E80B82-6388-4D99-97AC-52C4EB0EC8F2}" destId="{4F34E518-9996-45EB-9B8A-57BD3B54A174}" srcOrd="1" destOrd="0" presId="urn:microsoft.com/office/officeart/2005/8/layout/orgChart1"/>
    <dgm:cxn modelId="{53F28525-4751-44FC-A8EC-F3A1C988E9BF}" type="presParOf" srcId="{D9E80B82-6388-4D99-97AC-52C4EB0EC8F2}" destId="{519C5A6E-F653-40CC-BFF0-E2907BF3FF19}" srcOrd="2" destOrd="0" presId="urn:microsoft.com/office/officeart/2005/8/layout/orgChart1"/>
    <dgm:cxn modelId="{C8FC3620-252B-49D1-B384-7CE4AACEA3EF}" type="presParOf" srcId="{80E0FE42-2C3C-4862-9E8F-6BAAA53E56D5}" destId="{2BCEFF63-0421-4092-A8A7-8BF1B0C20494}" srcOrd="2" destOrd="0" presId="urn:microsoft.com/office/officeart/2005/8/layout/orgChart1"/>
    <dgm:cxn modelId="{95544D5A-E50D-47AD-B057-54BD10AA21E4}" type="presParOf" srcId="{2BCEFF63-0421-4092-A8A7-8BF1B0C20494}" destId="{8F4F70D2-DA7D-432B-B4DF-C4EF7C3CDE1A}" srcOrd="0" destOrd="0" presId="urn:microsoft.com/office/officeart/2005/8/layout/orgChart1"/>
    <dgm:cxn modelId="{10D75890-5442-49F8-A3B3-7B4001E7AC4A}" type="presParOf" srcId="{8F4F70D2-DA7D-432B-B4DF-C4EF7C3CDE1A}" destId="{2A092EC8-0ED9-40E5-933B-028EB57D4886}" srcOrd="0" destOrd="0" presId="urn:microsoft.com/office/officeart/2005/8/layout/orgChart1"/>
    <dgm:cxn modelId="{A62E49F3-57CB-4A8F-8255-582D31852585}" type="presParOf" srcId="{8F4F70D2-DA7D-432B-B4DF-C4EF7C3CDE1A}" destId="{45A704DF-58F1-42DA-B724-883E19FD12C0}" srcOrd="1" destOrd="0" presId="urn:microsoft.com/office/officeart/2005/8/layout/orgChart1"/>
    <dgm:cxn modelId="{C47571D7-CC75-4DB1-8BFA-62252676F1F6}" type="presParOf" srcId="{2BCEFF63-0421-4092-A8A7-8BF1B0C20494}" destId="{F661E5AF-43EC-4ADF-84D3-3A12B93BED68}" srcOrd="1" destOrd="0" presId="urn:microsoft.com/office/officeart/2005/8/layout/orgChart1"/>
    <dgm:cxn modelId="{7CD6AA11-1F20-474D-8A5B-B3E8F91761BC}" type="presParOf" srcId="{2BCEFF63-0421-4092-A8A7-8BF1B0C20494}" destId="{739F722A-CDFF-4392-A665-D47A802577AA}" srcOrd="2" destOrd="0" presId="urn:microsoft.com/office/officeart/2005/8/layout/orgChart1"/>
    <dgm:cxn modelId="{9CBDB0EF-7F46-4691-AC23-4A1B3702C7E0}" type="presParOf" srcId="{80E0FE42-2C3C-4862-9E8F-6BAAA53E56D5}" destId="{6E3B7B40-4CD0-4D7D-8D8C-0FAE74700D11}" srcOrd="3" destOrd="0" presId="urn:microsoft.com/office/officeart/2005/8/layout/orgChart1"/>
    <dgm:cxn modelId="{9A36C8FE-0351-4E9D-BF94-D3BACA175A19}" type="presParOf" srcId="{6E3B7B40-4CD0-4D7D-8D8C-0FAE74700D11}" destId="{D249E1A6-0287-4B4F-9675-263A9FFECE1F}" srcOrd="0" destOrd="0" presId="urn:microsoft.com/office/officeart/2005/8/layout/orgChart1"/>
    <dgm:cxn modelId="{451ECD09-375F-4C70-8D2D-661040A32BD3}" type="presParOf" srcId="{D249E1A6-0287-4B4F-9675-263A9FFECE1F}" destId="{25A81EDB-301A-4279-A2C3-1F9CAA2A38C5}" srcOrd="0" destOrd="0" presId="urn:microsoft.com/office/officeart/2005/8/layout/orgChart1"/>
    <dgm:cxn modelId="{721C41F1-9A0E-4A7A-B5AE-246031723CB4}" type="presParOf" srcId="{D249E1A6-0287-4B4F-9675-263A9FFECE1F}" destId="{D1646FF0-242C-4BE3-B4D4-B3BF02887239}" srcOrd="1" destOrd="0" presId="urn:microsoft.com/office/officeart/2005/8/layout/orgChart1"/>
    <dgm:cxn modelId="{AD35F085-D182-4880-B181-99C0F989FED2}" type="presParOf" srcId="{6E3B7B40-4CD0-4D7D-8D8C-0FAE74700D11}" destId="{74A2505C-9D53-4CCF-A2D5-E5FD8690F9D3}" srcOrd="1" destOrd="0" presId="urn:microsoft.com/office/officeart/2005/8/layout/orgChart1"/>
    <dgm:cxn modelId="{389B99DC-D803-4652-89F1-15D105EE85B3}" type="presParOf" srcId="{6E3B7B40-4CD0-4D7D-8D8C-0FAE74700D11}" destId="{995C6F5E-1F3C-4AD5-8988-BAC8A479B93C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11F3FDD-2D4B-45A9-803A-B737B57C15C6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7D1DBE37-8B0B-4065-BF2F-1040A6EA93F7}">
      <dgm:prSet/>
      <dgm:spPr/>
      <dgm:t>
        <a:bodyPr/>
        <a:lstStyle/>
        <a:p>
          <a:r>
            <a:rPr lang="en-US"/>
            <a:t>Adjust the number of inputs.</a:t>
          </a:r>
        </a:p>
      </dgm:t>
    </dgm:pt>
    <dgm:pt modelId="{55612841-698F-456C-A53E-8F3D6A962370}" type="parTrans" cxnId="{8E24759D-C27B-47C2-927F-91D0C57068B6}">
      <dgm:prSet/>
      <dgm:spPr/>
      <dgm:t>
        <a:bodyPr/>
        <a:lstStyle/>
        <a:p>
          <a:endParaRPr lang="en-US"/>
        </a:p>
      </dgm:t>
    </dgm:pt>
    <dgm:pt modelId="{EF895680-2D2C-4159-B300-3A8537EF17E7}" type="sibTrans" cxnId="{8E24759D-C27B-47C2-927F-91D0C57068B6}">
      <dgm:prSet/>
      <dgm:spPr/>
      <dgm:t>
        <a:bodyPr/>
        <a:lstStyle/>
        <a:p>
          <a:endParaRPr lang="en-US"/>
        </a:p>
      </dgm:t>
    </dgm:pt>
    <dgm:pt modelId="{620925C3-B36E-4C6C-A536-EBC87EF44DEE}">
      <dgm:prSet/>
      <dgm:spPr/>
      <dgm:t>
        <a:bodyPr/>
        <a:lstStyle/>
        <a:p>
          <a:r>
            <a:rPr lang="en-US"/>
            <a:t>Adjust the learning rate of the optimizer.</a:t>
          </a:r>
        </a:p>
      </dgm:t>
    </dgm:pt>
    <dgm:pt modelId="{1DD52855-B393-412D-BD63-585DDA395F6A}" type="parTrans" cxnId="{9D6703C6-729C-4262-8487-D14281766353}">
      <dgm:prSet/>
      <dgm:spPr/>
      <dgm:t>
        <a:bodyPr/>
        <a:lstStyle/>
        <a:p>
          <a:endParaRPr lang="en-US"/>
        </a:p>
      </dgm:t>
    </dgm:pt>
    <dgm:pt modelId="{006619A9-47F4-4CEF-B9B6-31E85A34AA9C}" type="sibTrans" cxnId="{9D6703C6-729C-4262-8487-D14281766353}">
      <dgm:prSet/>
      <dgm:spPr/>
      <dgm:t>
        <a:bodyPr/>
        <a:lstStyle/>
        <a:p>
          <a:endParaRPr lang="en-US"/>
        </a:p>
      </dgm:t>
    </dgm:pt>
    <dgm:pt modelId="{FD325557-4E3F-4C7E-AFE3-225BB760CA30}">
      <dgm:prSet/>
      <dgm:spPr/>
      <dgm:t>
        <a:bodyPr/>
        <a:lstStyle/>
        <a:p>
          <a:r>
            <a:rPr lang="en-US"/>
            <a:t>Add additional epochs.</a:t>
          </a:r>
        </a:p>
      </dgm:t>
    </dgm:pt>
    <dgm:pt modelId="{48F118A0-0770-4210-AC48-AF5B6D2C8F5A}" type="parTrans" cxnId="{E0F33F97-BE29-4BB6-88F1-F3601337681B}">
      <dgm:prSet/>
      <dgm:spPr/>
      <dgm:t>
        <a:bodyPr/>
        <a:lstStyle/>
        <a:p>
          <a:endParaRPr lang="en-US"/>
        </a:p>
      </dgm:t>
    </dgm:pt>
    <dgm:pt modelId="{2F4CC8BB-553D-4517-81FC-7F4EAF6D296E}" type="sibTrans" cxnId="{E0F33F97-BE29-4BB6-88F1-F3601337681B}">
      <dgm:prSet/>
      <dgm:spPr/>
      <dgm:t>
        <a:bodyPr/>
        <a:lstStyle/>
        <a:p>
          <a:endParaRPr lang="en-US"/>
        </a:p>
      </dgm:t>
    </dgm:pt>
    <dgm:pt modelId="{3CC49113-5B17-4177-9FF8-9C834C0F674B}">
      <dgm:prSet/>
      <dgm:spPr/>
      <dgm:t>
        <a:bodyPr/>
        <a:lstStyle/>
        <a:p>
          <a:r>
            <a:rPr lang="en-US"/>
            <a:t>Update the batch size from 32 to 64 or 128.</a:t>
          </a:r>
        </a:p>
      </dgm:t>
    </dgm:pt>
    <dgm:pt modelId="{75316077-A115-4E62-8221-29D0CEC7A7AF}" type="parTrans" cxnId="{5D1BBE67-BE74-47F9-A171-901FF13EDA9B}">
      <dgm:prSet/>
      <dgm:spPr/>
      <dgm:t>
        <a:bodyPr/>
        <a:lstStyle/>
        <a:p>
          <a:endParaRPr lang="en-US"/>
        </a:p>
      </dgm:t>
    </dgm:pt>
    <dgm:pt modelId="{4CC12117-B090-451E-9041-A80B30F61A05}" type="sibTrans" cxnId="{5D1BBE67-BE74-47F9-A171-901FF13EDA9B}">
      <dgm:prSet/>
      <dgm:spPr/>
      <dgm:t>
        <a:bodyPr/>
        <a:lstStyle/>
        <a:p>
          <a:endParaRPr lang="en-US"/>
        </a:p>
      </dgm:t>
    </dgm:pt>
    <dgm:pt modelId="{E4A441F1-24D0-4989-BF10-01E044003125}">
      <dgm:prSet/>
      <dgm:spPr/>
      <dgm:t>
        <a:bodyPr/>
        <a:lstStyle/>
        <a:p>
          <a:r>
            <a:rPr lang="en-US"/>
            <a:t>Remove volume as a feature to see if improvement can be made.</a:t>
          </a:r>
        </a:p>
      </dgm:t>
    </dgm:pt>
    <dgm:pt modelId="{E77482D6-BE1F-49C3-9AEE-FDCA4E72124A}" type="parTrans" cxnId="{3934101E-EE2A-4B3E-9406-EA2831EDBAC3}">
      <dgm:prSet/>
      <dgm:spPr/>
      <dgm:t>
        <a:bodyPr/>
        <a:lstStyle/>
        <a:p>
          <a:endParaRPr lang="en-US"/>
        </a:p>
      </dgm:t>
    </dgm:pt>
    <dgm:pt modelId="{CF413569-9F05-4C55-B7FC-7A1A0978FA0E}" type="sibTrans" cxnId="{3934101E-EE2A-4B3E-9406-EA2831EDBAC3}">
      <dgm:prSet/>
      <dgm:spPr/>
      <dgm:t>
        <a:bodyPr/>
        <a:lstStyle/>
        <a:p>
          <a:endParaRPr lang="en-US"/>
        </a:p>
      </dgm:t>
    </dgm:pt>
    <dgm:pt modelId="{20BAE105-ED05-4969-9D31-43E0B2F150AC}" type="pres">
      <dgm:prSet presAssocID="{711F3FDD-2D4B-45A9-803A-B737B57C15C6}" presName="root" presStyleCnt="0">
        <dgm:presLayoutVars>
          <dgm:dir/>
          <dgm:resizeHandles val="exact"/>
        </dgm:presLayoutVars>
      </dgm:prSet>
      <dgm:spPr/>
    </dgm:pt>
    <dgm:pt modelId="{21FAF2C5-64F3-4EF3-B48C-13F7A27C10BE}" type="pres">
      <dgm:prSet presAssocID="{7D1DBE37-8B0B-4065-BF2F-1040A6EA93F7}" presName="compNode" presStyleCnt="0"/>
      <dgm:spPr/>
    </dgm:pt>
    <dgm:pt modelId="{5758B2A2-D6D3-48A0-B5C2-40B610465D68}" type="pres">
      <dgm:prSet presAssocID="{7D1DBE37-8B0B-4065-BF2F-1040A6EA93F7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ools"/>
        </a:ext>
      </dgm:extLst>
    </dgm:pt>
    <dgm:pt modelId="{69534756-A455-4FD8-AD39-6754F924EBFB}" type="pres">
      <dgm:prSet presAssocID="{7D1DBE37-8B0B-4065-BF2F-1040A6EA93F7}" presName="spaceRect" presStyleCnt="0"/>
      <dgm:spPr/>
    </dgm:pt>
    <dgm:pt modelId="{291316A4-3BBB-4CE9-8A49-43955B13E037}" type="pres">
      <dgm:prSet presAssocID="{7D1DBE37-8B0B-4065-BF2F-1040A6EA93F7}" presName="textRect" presStyleLbl="revTx" presStyleIdx="0" presStyleCnt="5">
        <dgm:presLayoutVars>
          <dgm:chMax val="1"/>
          <dgm:chPref val="1"/>
        </dgm:presLayoutVars>
      </dgm:prSet>
      <dgm:spPr/>
    </dgm:pt>
    <dgm:pt modelId="{4ADA8489-18EA-4E94-A64C-A14866466508}" type="pres">
      <dgm:prSet presAssocID="{EF895680-2D2C-4159-B300-3A8537EF17E7}" presName="sibTrans" presStyleCnt="0"/>
      <dgm:spPr/>
    </dgm:pt>
    <dgm:pt modelId="{BC241C58-FA32-4490-BABB-E5226497715F}" type="pres">
      <dgm:prSet presAssocID="{620925C3-B36E-4C6C-A536-EBC87EF44DEE}" presName="compNode" presStyleCnt="0"/>
      <dgm:spPr/>
    </dgm:pt>
    <dgm:pt modelId="{24CD402D-5A99-4D4E-88C8-13C7A2115E6F}" type="pres">
      <dgm:prSet presAssocID="{620925C3-B36E-4C6C-A536-EBC87EF44DEE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8813607F-71FF-4E52-BB39-C99EC969A8BB}" type="pres">
      <dgm:prSet presAssocID="{620925C3-B36E-4C6C-A536-EBC87EF44DEE}" presName="spaceRect" presStyleCnt="0"/>
      <dgm:spPr/>
    </dgm:pt>
    <dgm:pt modelId="{9E41456A-4B5D-4095-96AF-1B81A8ABC9C5}" type="pres">
      <dgm:prSet presAssocID="{620925C3-B36E-4C6C-A536-EBC87EF44DEE}" presName="textRect" presStyleLbl="revTx" presStyleIdx="1" presStyleCnt="5">
        <dgm:presLayoutVars>
          <dgm:chMax val="1"/>
          <dgm:chPref val="1"/>
        </dgm:presLayoutVars>
      </dgm:prSet>
      <dgm:spPr/>
    </dgm:pt>
    <dgm:pt modelId="{6DEC8B22-B09F-4276-9B9C-85D67B1CEC11}" type="pres">
      <dgm:prSet presAssocID="{006619A9-47F4-4CEF-B9B6-31E85A34AA9C}" presName="sibTrans" presStyleCnt="0"/>
      <dgm:spPr/>
    </dgm:pt>
    <dgm:pt modelId="{5FC008F5-3E3A-41A5-8C78-5D8BCE84DF78}" type="pres">
      <dgm:prSet presAssocID="{FD325557-4E3F-4C7E-AFE3-225BB760CA30}" presName="compNode" presStyleCnt="0"/>
      <dgm:spPr/>
    </dgm:pt>
    <dgm:pt modelId="{97D45B3F-0B6D-4734-8C31-4F52E7A81FA2}" type="pres">
      <dgm:prSet presAssocID="{FD325557-4E3F-4C7E-AFE3-225BB760CA30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ncil"/>
        </a:ext>
      </dgm:extLst>
    </dgm:pt>
    <dgm:pt modelId="{234C8BB4-EFE8-4EE8-90EF-9B4D54C52075}" type="pres">
      <dgm:prSet presAssocID="{FD325557-4E3F-4C7E-AFE3-225BB760CA30}" presName="spaceRect" presStyleCnt="0"/>
      <dgm:spPr/>
    </dgm:pt>
    <dgm:pt modelId="{46863B4F-5C8F-4461-BEA8-F29887DA6056}" type="pres">
      <dgm:prSet presAssocID="{FD325557-4E3F-4C7E-AFE3-225BB760CA30}" presName="textRect" presStyleLbl="revTx" presStyleIdx="2" presStyleCnt="5">
        <dgm:presLayoutVars>
          <dgm:chMax val="1"/>
          <dgm:chPref val="1"/>
        </dgm:presLayoutVars>
      </dgm:prSet>
      <dgm:spPr/>
    </dgm:pt>
    <dgm:pt modelId="{674634D0-D454-403B-BB6E-344733FF7B0C}" type="pres">
      <dgm:prSet presAssocID="{2F4CC8BB-553D-4517-81FC-7F4EAF6D296E}" presName="sibTrans" presStyleCnt="0"/>
      <dgm:spPr/>
    </dgm:pt>
    <dgm:pt modelId="{D7852A9E-68C8-4598-BA74-672551E14530}" type="pres">
      <dgm:prSet presAssocID="{3CC49113-5B17-4177-9FF8-9C834C0F674B}" presName="compNode" presStyleCnt="0"/>
      <dgm:spPr/>
    </dgm:pt>
    <dgm:pt modelId="{E8D1B39D-B9E1-4A00-A906-3384BDA790DD}" type="pres">
      <dgm:prSet presAssocID="{3CC49113-5B17-4177-9FF8-9C834C0F674B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2F3E6E0F-2F42-4BA2-AA35-27AD68659CC3}" type="pres">
      <dgm:prSet presAssocID="{3CC49113-5B17-4177-9FF8-9C834C0F674B}" presName="spaceRect" presStyleCnt="0"/>
      <dgm:spPr/>
    </dgm:pt>
    <dgm:pt modelId="{C92A6557-860D-4940-96D8-C4E95BCB87F6}" type="pres">
      <dgm:prSet presAssocID="{3CC49113-5B17-4177-9FF8-9C834C0F674B}" presName="textRect" presStyleLbl="revTx" presStyleIdx="3" presStyleCnt="5">
        <dgm:presLayoutVars>
          <dgm:chMax val="1"/>
          <dgm:chPref val="1"/>
        </dgm:presLayoutVars>
      </dgm:prSet>
      <dgm:spPr/>
    </dgm:pt>
    <dgm:pt modelId="{14D7C16B-A62E-47A9-A5ED-F2052BAF1A99}" type="pres">
      <dgm:prSet presAssocID="{4CC12117-B090-451E-9041-A80B30F61A05}" presName="sibTrans" presStyleCnt="0"/>
      <dgm:spPr/>
    </dgm:pt>
    <dgm:pt modelId="{CA686A8B-6B37-4068-92C1-4A1B4A8659FD}" type="pres">
      <dgm:prSet presAssocID="{E4A441F1-24D0-4989-BF10-01E044003125}" presName="compNode" presStyleCnt="0"/>
      <dgm:spPr/>
    </dgm:pt>
    <dgm:pt modelId="{9E5C1149-4CB5-4085-9309-EFC8D2C96DA5}" type="pres">
      <dgm:prSet presAssocID="{E4A441F1-24D0-4989-BF10-01E044003125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raser"/>
        </a:ext>
      </dgm:extLst>
    </dgm:pt>
    <dgm:pt modelId="{4D96AFB7-1302-4B26-A60B-0B21B365BB57}" type="pres">
      <dgm:prSet presAssocID="{E4A441F1-24D0-4989-BF10-01E044003125}" presName="spaceRect" presStyleCnt="0"/>
      <dgm:spPr/>
    </dgm:pt>
    <dgm:pt modelId="{778DD3A9-B210-454F-9FD8-209F7A31171B}" type="pres">
      <dgm:prSet presAssocID="{E4A441F1-24D0-4989-BF10-01E044003125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6A27E50B-3CB0-4DED-9BD5-181BC7BA9B46}" type="presOf" srcId="{620925C3-B36E-4C6C-A536-EBC87EF44DEE}" destId="{9E41456A-4B5D-4095-96AF-1B81A8ABC9C5}" srcOrd="0" destOrd="0" presId="urn:microsoft.com/office/officeart/2018/2/layout/IconLabelList"/>
    <dgm:cxn modelId="{5D458415-7F1A-42B4-ADD5-8C406351CE47}" type="presOf" srcId="{3CC49113-5B17-4177-9FF8-9C834C0F674B}" destId="{C92A6557-860D-4940-96D8-C4E95BCB87F6}" srcOrd="0" destOrd="0" presId="urn:microsoft.com/office/officeart/2018/2/layout/IconLabelList"/>
    <dgm:cxn modelId="{F14E1E1B-8F38-4810-AC71-B4D62B7B85A6}" type="presOf" srcId="{E4A441F1-24D0-4989-BF10-01E044003125}" destId="{778DD3A9-B210-454F-9FD8-209F7A31171B}" srcOrd="0" destOrd="0" presId="urn:microsoft.com/office/officeart/2018/2/layout/IconLabelList"/>
    <dgm:cxn modelId="{3934101E-EE2A-4B3E-9406-EA2831EDBAC3}" srcId="{711F3FDD-2D4B-45A9-803A-B737B57C15C6}" destId="{E4A441F1-24D0-4989-BF10-01E044003125}" srcOrd="4" destOrd="0" parTransId="{E77482D6-BE1F-49C3-9AEE-FDCA4E72124A}" sibTransId="{CF413569-9F05-4C55-B7FC-7A1A0978FA0E}"/>
    <dgm:cxn modelId="{A904DE3A-710D-4A5E-BE04-D6542E5BC00C}" type="presOf" srcId="{FD325557-4E3F-4C7E-AFE3-225BB760CA30}" destId="{46863B4F-5C8F-4461-BEA8-F29887DA6056}" srcOrd="0" destOrd="0" presId="urn:microsoft.com/office/officeart/2018/2/layout/IconLabelList"/>
    <dgm:cxn modelId="{5D1BBE67-BE74-47F9-A171-901FF13EDA9B}" srcId="{711F3FDD-2D4B-45A9-803A-B737B57C15C6}" destId="{3CC49113-5B17-4177-9FF8-9C834C0F674B}" srcOrd="3" destOrd="0" parTransId="{75316077-A115-4E62-8221-29D0CEC7A7AF}" sibTransId="{4CC12117-B090-451E-9041-A80B30F61A05}"/>
    <dgm:cxn modelId="{FEDC3355-E4DA-4878-AB1B-314CDE830548}" type="presOf" srcId="{711F3FDD-2D4B-45A9-803A-B737B57C15C6}" destId="{20BAE105-ED05-4969-9D31-43E0B2F150AC}" srcOrd="0" destOrd="0" presId="urn:microsoft.com/office/officeart/2018/2/layout/IconLabelList"/>
    <dgm:cxn modelId="{E0F33F97-BE29-4BB6-88F1-F3601337681B}" srcId="{711F3FDD-2D4B-45A9-803A-B737B57C15C6}" destId="{FD325557-4E3F-4C7E-AFE3-225BB760CA30}" srcOrd="2" destOrd="0" parTransId="{48F118A0-0770-4210-AC48-AF5B6D2C8F5A}" sibTransId="{2F4CC8BB-553D-4517-81FC-7F4EAF6D296E}"/>
    <dgm:cxn modelId="{8E24759D-C27B-47C2-927F-91D0C57068B6}" srcId="{711F3FDD-2D4B-45A9-803A-B737B57C15C6}" destId="{7D1DBE37-8B0B-4065-BF2F-1040A6EA93F7}" srcOrd="0" destOrd="0" parTransId="{55612841-698F-456C-A53E-8F3D6A962370}" sibTransId="{EF895680-2D2C-4159-B300-3A8537EF17E7}"/>
    <dgm:cxn modelId="{9D6703C6-729C-4262-8487-D14281766353}" srcId="{711F3FDD-2D4B-45A9-803A-B737B57C15C6}" destId="{620925C3-B36E-4C6C-A536-EBC87EF44DEE}" srcOrd="1" destOrd="0" parTransId="{1DD52855-B393-412D-BD63-585DDA395F6A}" sibTransId="{006619A9-47F4-4CEF-B9B6-31E85A34AA9C}"/>
    <dgm:cxn modelId="{2F045FCD-E78D-4656-B923-7A79ACFF27B4}" type="presOf" srcId="{7D1DBE37-8B0B-4065-BF2F-1040A6EA93F7}" destId="{291316A4-3BBB-4CE9-8A49-43955B13E037}" srcOrd="0" destOrd="0" presId="urn:microsoft.com/office/officeart/2018/2/layout/IconLabelList"/>
    <dgm:cxn modelId="{9315D4F0-0373-4964-872D-3F59801B109D}" type="presParOf" srcId="{20BAE105-ED05-4969-9D31-43E0B2F150AC}" destId="{21FAF2C5-64F3-4EF3-B48C-13F7A27C10BE}" srcOrd="0" destOrd="0" presId="urn:microsoft.com/office/officeart/2018/2/layout/IconLabelList"/>
    <dgm:cxn modelId="{7ABA1AE2-0B44-4C01-A1B7-0F96798422F9}" type="presParOf" srcId="{21FAF2C5-64F3-4EF3-B48C-13F7A27C10BE}" destId="{5758B2A2-D6D3-48A0-B5C2-40B610465D68}" srcOrd="0" destOrd="0" presId="urn:microsoft.com/office/officeart/2018/2/layout/IconLabelList"/>
    <dgm:cxn modelId="{8776B21B-4164-43DB-94C9-820DB886B841}" type="presParOf" srcId="{21FAF2C5-64F3-4EF3-B48C-13F7A27C10BE}" destId="{69534756-A455-4FD8-AD39-6754F924EBFB}" srcOrd="1" destOrd="0" presId="urn:microsoft.com/office/officeart/2018/2/layout/IconLabelList"/>
    <dgm:cxn modelId="{48C7ED2A-17AE-496A-8F62-D4909C87B0DA}" type="presParOf" srcId="{21FAF2C5-64F3-4EF3-B48C-13F7A27C10BE}" destId="{291316A4-3BBB-4CE9-8A49-43955B13E037}" srcOrd="2" destOrd="0" presId="urn:microsoft.com/office/officeart/2018/2/layout/IconLabelList"/>
    <dgm:cxn modelId="{09100063-398B-47FC-8EF8-FBC2B525A9D9}" type="presParOf" srcId="{20BAE105-ED05-4969-9D31-43E0B2F150AC}" destId="{4ADA8489-18EA-4E94-A64C-A14866466508}" srcOrd="1" destOrd="0" presId="urn:microsoft.com/office/officeart/2018/2/layout/IconLabelList"/>
    <dgm:cxn modelId="{93D82747-63AA-4BC8-A1B8-B8B0E5F5F0B7}" type="presParOf" srcId="{20BAE105-ED05-4969-9D31-43E0B2F150AC}" destId="{BC241C58-FA32-4490-BABB-E5226497715F}" srcOrd="2" destOrd="0" presId="urn:microsoft.com/office/officeart/2018/2/layout/IconLabelList"/>
    <dgm:cxn modelId="{0A0F4370-2AE7-44BC-BA89-B85EC8F205F9}" type="presParOf" srcId="{BC241C58-FA32-4490-BABB-E5226497715F}" destId="{24CD402D-5A99-4D4E-88C8-13C7A2115E6F}" srcOrd="0" destOrd="0" presId="urn:microsoft.com/office/officeart/2018/2/layout/IconLabelList"/>
    <dgm:cxn modelId="{044D8924-8403-4505-A161-03AC3CD599FA}" type="presParOf" srcId="{BC241C58-FA32-4490-BABB-E5226497715F}" destId="{8813607F-71FF-4E52-BB39-C99EC969A8BB}" srcOrd="1" destOrd="0" presId="urn:microsoft.com/office/officeart/2018/2/layout/IconLabelList"/>
    <dgm:cxn modelId="{820E0AF6-DFE4-4BE0-9D16-52345734DD4E}" type="presParOf" srcId="{BC241C58-FA32-4490-BABB-E5226497715F}" destId="{9E41456A-4B5D-4095-96AF-1B81A8ABC9C5}" srcOrd="2" destOrd="0" presId="urn:microsoft.com/office/officeart/2018/2/layout/IconLabelList"/>
    <dgm:cxn modelId="{E31AE60F-2D6B-4D40-915D-C0F6E19F9134}" type="presParOf" srcId="{20BAE105-ED05-4969-9D31-43E0B2F150AC}" destId="{6DEC8B22-B09F-4276-9B9C-85D67B1CEC11}" srcOrd="3" destOrd="0" presId="urn:microsoft.com/office/officeart/2018/2/layout/IconLabelList"/>
    <dgm:cxn modelId="{3B714F7B-644D-4C4D-B1AB-2664DABE830F}" type="presParOf" srcId="{20BAE105-ED05-4969-9D31-43E0B2F150AC}" destId="{5FC008F5-3E3A-41A5-8C78-5D8BCE84DF78}" srcOrd="4" destOrd="0" presId="urn:microsoft.com/office/officeart/2018/2/layout/IconLabelList"/>
    <dgm:cxn modelId="{662B7B74-095A-4F01-8463-561A5B532CAE}" type="presParOf" srcId="{5FC008F5-3E3A-41A5-8C78-5D8BCE84DF78}" destId="{97D45B3F-0B6D-4734-8C31-4F52E7A81FA2}" srcOrd="0" destOrd="0" presId="urn:microsoft.com/office/officeart/2018/2/layout/IconLabelList"/>
    <dgm:cxn modelId="{60C1FB24-1E76-4645-9DFB-966A3F4AC572}" type="presParOf" srcId="{5FC008F5-3E3A-41A5-8C78-5D8BCE84DF78}" destId="{234C8BB4-EFE8-4EE8-90EF-9B4D54C52075}" srcOrd="1" destOrd="0" presId="urn:microsoft.com/office/officeart/2018/2/layout/IconLabelList"/>
    <dgm:cxn modelId="{7B587277-A745-4B88-B840-4DF6F692A241}" type="presParOf" srcId="{5FC008F5-3E3A-41A5-8C78-5D8BCE84DF78}" destId="{46863B4F-5C8F-4461-BEA8-F29887DA6056}" srcOrd="2" destOrd="0" presId="urn:microsoft.com/office/officeart/2018/2/layout/IconLabelList"/>
    <dgm:cxn modelId="{9ECE850B-E22C-433F-8BAF-A84A5F881D15}" type="presParOf" srcId="{20BAE105-ED05-4969-9D31-43E0B2F150AC}" destId="{674634D0-D454-403B-BB6E-344733FF7B0C}" srcOrd="5" destOrd="0" presId="urn:microsoft.com/office/officeart/2018/2/layout/IconLabelList"/>
    <dgm:cxn modelId="{9160B9B2-E535-4BAA-83A1-45D75E6BDEA8}" type="presParOf" srcId="{20BAE105-ED05-4969-9D31-43E0B2F150AC}" destId="{D7852A9E-68C8-4598-BA74-672551E14530}" srcOrd="6" destOrd="0" presId="urn:microsoft.com/office/officeart/2018/2/layout/IconLabelList"/>
    <dgm:cxn modelId="{105CFE89-1DCB-462B-8FFE-44850F3403CC}" type="presParOf" srcId="{D7852A9E-68C8-4598-BA74-672551E14530}" destId="{E8D1B39D-B9E1-4A00-A906-3384BDA790DD}" srcOrd="0" destOrd="0" presId="urn:microsoft.com/office/officeart/2018/2/layout/IconLabelList"/>
    <dgm:cxn modelId="{FD7D3F54-BAEE-4A56-B5B4-A123764BDB9F}" type="presParOf" srcId="{D7852A9E-68C8-4598-BA74-672551E14530}" destId="{2F3E6E0F-2F42-4BA2-AA35-27AD68659CC3}" srcOrd="1" destOrd="0" presId="urn:microsoft.com/office/officeart/2018/2/layout/IconLabelList"/>
    <dgm:cxn modelId="{7377CEFA-8D1C-4C9F-B0AD-7960B7877912}" type="presParOf" srcId="{D7852A9E-68C8-4598-BA74-672551E14530}" destId="{C92A6557-860D-4940-96D8-C4E95BCB87F6}" srcOrd="2" destOrd="0" presId="urn:microsoft.com/office/officeart/2018/2/layout/IconLabelList"/>
    <dgm:cxn modelId="{C8E7BF38-E52B-4B40-B19A-F09F5F59FA68}" type="presParOf" srcId="{20BAE105-ED05-4969-9D31-43E0B2F150AC}" destId="{14D7C16B-A62E-47A9-A5ED-F2052BAF1A99}" srcOrd="7" destOrd="0" presId="urn:microsoft.com/office/officeart/2018/2/layout/IconLabelList"/>
    <dgm:cxn modelId="{C2947588-827E-480B-A295-ECA5D3452140}" type="presParOf" srcId="{20BAE105-ED05-4969-9D31-43E0B2F150AC}" destId="{CA686A8B-6B37-4068-92C1-4A1B4A8659FD}" srcOrd="8" destOrd="0" presId="urn:microsoft.com/office/officeart/2018/2/layout/IconLabelList"/>
    <dgm:cxn modelId="{2A8ACA7C-A42F-4CD1-8AE2-20FBFE1665A7}" type="presParOf" srcId="{CA686A8B-6B37-4068-92C1-4A1B4A8659FD}" destId="{9E5C1149-4CB5-4085-9309-EFC8D2C96DA5}" srcOrd="0" destOrd="0" presId="urn:microsoft.com/office/officeart/2018/2/layout/IconLabelList"/>
    <dgm:cxn modelId="{A0ADD333-5356-4CD6-80E6-6854D7DB3432}" type="presParOf" srcId="{CA686A8B-6B37-4068-92C1-4A1B4A8659FD}" destId="{4D96AFB7-1302-4B26-A60B-0B21B365BB57}" srcOrd="1" destOrd="0" presId="urn:microsoft.com/office/officeart/2018/2/layout/IconLabelList"/>
    <dgm:cxn modelId="{E9A67710-EC51-4861-BA0C-5B41A070D9B0}" type="presParOf" srcId="{CA686A8B-6B37-4068-92C1-4A1B4A8659FD}" destId="{778DD3A9-B210-454F-9FD8-209F7A31171B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D16644-44CA-45CE-9407-3988DD831C6E}">
      <dsp:nvSpPr>
        <dsp:cNvPr id="0" name=""/>
        <dsp:cNvSpPr/>
      </dsp:nvSpPr>
      <dsp:spPr>
        <a:xfrm>
          <a:off x="5652" y="1506957"/>
          <a:ext cx="2357780" cy="11788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Data Preparation</a:t>
          </a:r>
        </a:p>
      </dsp:txBody>
      <dsp:txXfrm>
        <a:off x="5652" y="1506957"/>
        <a:ext cx="2357780" cy="1178890"/>
      </dsp:txXfrm>
    </dsp:sp>
    <dsp:sp modelId="{3CBF9EEC-C611-4ABA-819E-90EF32C02091}">
      <dsp:nvSpPr>
        <dsp:cNvPr id="0" name=""/>
        <dsp:cNvSpPr/>
      </dsp:nvSpPr>
      <dsp:spPr>
        <a:xfrm>
          <a:off x="2858567" y="1506957"/>
          <a:ext cx="2357780" cy="11788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Constructing the LSTM Model</a:t>
          </a:r>
        </a:p>
      </dsp:txBody>
      <dsp:txXfrm>
        <a:off x="2858567" y="1506957"/>
        <a:ext cx="2357780" cy="1178890"/>
      </dsp:txXfrm>
    </dsp:sp>
    <dsp:sp modelId="{2A092EC8-0ED9-40E5-933B-028EB57D4886}">
      <dsp:nvSpPr>
        <dsp:cNvPr id="0" name=""/>
        <dsp:cNvSpPr/>
      </dsp:nvSpPr>
      <dsp:spPr>
        <a:xfrm>
          <a:off x="5711481" y="1506957"/>
          <a:ext cx="2357780" cy="11788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Training and Evaluation</a:t>
          </a:r>
        </a:p>
      </dsp:txBody>
      <dsp:txXfrm>
        <a:off x="5711481" y="1506957"/>
        <a:ext cx="2357780" cy="1178890"/>
      </dsp:txXfrm>
    </dsp:sp>
    <dsp:sp modelId="{25A81EDB-301A-4279-A2C3-1F9CAA2A38C5}">
      <dsp:nvSpPr>
        <dsp:cNvPr id="0" name=""/>
        <dsp:cNvSpPr/>
      </dsp:nvSpPr>
      <dsp:spPr>
        <a:xfrm>
          <a:off x="8564395" y="1506957"/>
          <a:ext cx="2357780" cy="11788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Insights and Model Comparison</a:t>
          </a:r>
        </a:p>
      </dsp:txBody>
      <dsp:txXfrm>
        <a:off x="8564395" y="1506957"/>
        <a:ext cx="2357780" cy="117889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58B2A2-D6D3-48A0-B5C2-40B610465D68}">
      <dsp:nvSpPr>
        <dsp:cNvPr id="0" name=""/>
        <dsp:cNvSpPr/>
      </dsp:nvSpPr>
      <dsp:spPr>
        <a:xfrm>
          <a:off x="828914" y="1196282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1316A4-3BBB-4CE9-8A49-43955B13E037}">
      <dsp:nvSpPr>
        <dsp:cNvPr id="0" name=""/>
        <dsp:cNvSpPr/>
      </dsp:nvSpPr>
      <dsp:spPr>
        <a:xfrm>
          <a:off x="333914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Adjust the number of inputs.</a:t>
          </a:r>
        </a:p>
      </dsp:txBody>
      <dsp:txXfrm>
        <a:off x="333914" y="2276522"/>
        <a:ext cx="1800000" cy="720000"/>
      </dsp:txXfrm>
    </dsp:sp>
    <dsp:sp modelId="{24CD402D-5A99-4D4E-88C8-13C7A2115E6F}">
      <dsp:nvSpPr>
        <dsp:cNvPr id="0" name=""/>
        <dsp:cNvSpPr/>
      </dsp:nvSpPr>
      <dsp:spPr>
        <a:xfrm>
          <a:off x="2943914" y="1196282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41456A-4B5D-4095-96AF-1B81A8ABC9C5}">
      <dsp:nvSpPr>
        <dsp:cNvPr id="0" name=""/>
        <dsp:cNvSpPr/>
      </dsp:nvSpPr>
      <dsp:spPr>
        <a:xfrm>
          <a:off x="2448914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Adjust the learning rate of the optimizer.</a:t>
          </a:r>
        </a:p>
      </dsp:txBody>
      <dsp:txXfrm>
        <a:off x="2448914" y="2276522"/>
        <a:ext cx="1800000" cy="720000"/>
      </dsp:txXfrm>
    </dsp:sp>
    <dsp:sp modelId="{97D45B3F-0B6D-4734-8C31-4F52E7A81FA2}">
      <dsp:nvSpPr>
        <dsp:cNvPr id="0" name=""/>
        <dsp:cNvSpPr/>
      </dsp:nvSpPr>
      <dsp:spPr>
        <a:xfrm>
          <a:off x="5058914" y="1196282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863B4F-5C8F-4461-BEA8-F29887DA6056}">
      <dsp:nvSpPr>
        <dsp:cNvPr id="0" name=""/>
        <dsp:cNvSpPr/>
      </dsp:nvSpPr>
      <dsp:spPr>
        <a:xfrm>
          <a:off x="4563914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Add additional epochs.</a:t>
          </a:r>
        </a:p>
      </dsp:txBody>
      <dsp:txXfrm>
        <a:off x="4563914" y="2276522"/>
        <a:ext cx="1800000" cy="720000"/>
      </dsp:txXfrm>
    </dsp:sp>
    <dsp:sp modelId="{E8D1B39D-B9E1-4A00-A906-3384BDA790DD}">
      <dsp:nvSpPr>
        <dsp:cNvPr id="0" name=""/>
        <dsp:cNvSpPr/>
      </dsp:nvSpPr>
      <dsp:spPr>
        <a:xfrm>
          <a:off x="7173914" y="1196282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2A6557-860D-4940-96D8-C4E95BCB87F6}">
      <dsp:nvSpPr>
        <dsp:cNvPr id="0" name=""/>
        <dsp:cNvSpPr/>
      </dsp:nvSpPr>
      <dsp:spPr>
        <a:xfrm>
          <a:off x="6678914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Update the batch size from 32 to 64 or 128.</a:t>
          </a:r>
        </a:p>
      </dsp:txBody>
      <dsp:txXfrm>
        <a:off x="6678914" y="2276522"/>
        <a:ext cx="1800000" cy="720000"/>
      </dsp:txXfrm>
    </dsp:sp>
    <dsp:sp modelId="{9E5C1149-4CB5-4085-9309-EFC8D2C96DA5}">
      <dsp:nvSpPr>
        <dsp:cNvPr id="0" name=""/>
        <dsp:cNvSpPr/>
      </dsp:nvSpPr>
      <dsp:spPr>
        <a:xfrm>
          <a:off x="9288914" y="1196282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8DD3A9-B210-454F-9FD8-209F7A31171B}">
      <dsp:nvSpPr>
        <dsp:cNvPr id="0" name=""/>
        <dsp:cNvSpPr/>
      </dsp:nvSpPr>
      <dsp:spPr>
        <a:xfrm>
          <a:off x="8793914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Remove volume as a feature to see if improvement can be made.</a:t>
          </a:r>
        </a:p>
      </dsp:txBody>
      <dsp:txXfrm>
        <a:off x="8793914" y="2276522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67B3DA-9915-4647-87A7-8335487AF801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018EA8-8A31-4690-823B-8F608CE855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914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discusses the initial dataset origin and how a function was created to understand the data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18EA8-8A31-4690-823B-8F608CE8550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0298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shows the output from the explore data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18EA8-8A31-4690-823B-8F608CE8550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7623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slide shows the output from the explore data function.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18EA8-8A31-4690-823B-8F608CE8550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264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slide shows the output from the explore data function.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18EA8-8A31-4690-823B-8F608CE8550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8356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slide shows the output from the explore data function.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18EA8-8A31-4690-823B-8F608CE8550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3838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goes over the </a:t>
            </a:r>
            <a:r>
              <a:rPr lang="en-US" dirty="0" err="1"/>
              <a:t>init_data_prep</a:t>
            </a:r>
            <a:r>
              <a:rPr lang="en-US" dirty="0"/>
              <a:t> function and how it processes the data to get it ready for the LSTM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18EA8-8A31-4690-823B-8F608CE8550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52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goes over the design of the LSTM model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18EA8-8A31-4690-823B-8F608CE8550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6460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explains the individual layers and decisions for the model that was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18EA8-8A31-4690-823B-8F608CE8550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9223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slide explains the individual layers and decisions for the model that was built.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18EA8-8A31-4690-823B-8F608CE8550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2595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goes over the benefits of using the Adam optimizer for this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18EA8-8A31-4690-823B-8F608CE8550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1346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goes over the function created to train the LSTM model that we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18EA8-8A31-4690-823B-8F608CE8550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048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goes over the evaluation function that was created to validate the model and see how close it was to the actual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18EA8-8A31-4690-823B-8F608CE8550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5763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goes over </a:t>
            </a:r>
            <a:r>
              <a:rPr lang="en-US"/>
              <a:t>the model’s </a:t>
            </a:r>
            <a:r>
              <a:rPr lang="en-US" dirty="0"/>
              <a:t>output and how well it predicted the stock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18EA8-8A31-4690-823B-8F608CE8550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329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0B40F-B1A8-CE53-09D3-97A556C8A1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CD8D6A-DC41-014A-3EA0-DFBB45BD63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8C2FCE-97D1-331F-F375-D5CE32A8C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6484-F0E0-4A27-AF8C-7162B86B0F79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C67AF9-0241-2C0C-0C27-82C0577ED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922868-39DD-2EB7-68B4-6249882D6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49E80-B527-4282-9101-3B990A59DB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1149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83F32-F1FB-3626-328D-440B22903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71F4B-FD11-C167-4513-1094C84FF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3D575-9749-94D4-690D-34BD4C06C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6484-F0E0-4A27-AF8C-7162B86B0F79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30C9E-788C-1C86-836B-037EF6AA2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FF9B3-4FB0-47AA-82CD-15C584B1A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49E80-B527-4282-9101-3B990A59DB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025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9F8FF-3473-A783-53F9-8CFDAB9EC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EDA1F3-7F1E-BCF7-FBDD-BFBEDC3BE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FE10D-D1F2-3AFD-9419-92DB4FFD4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6484-F0E0-4A27-AF8C-7162B86B0F79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1C6AC6-E9A4-B881-11BA-876EB7D1A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AAF86-AD4B-4701-2469-88142E8BE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49E80-B527-4282-9101-3B990A59DB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730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6EF77-68A1-7DD9-3706-7E9F02169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1EA47-8022-7180-7286-1944A08507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47E5CB-1286-A61C-7F05-B95F311B99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4E8FE3-5A7A-3775-E7EE-80DB9FA91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6484-F0E0-4A27-AF8C-7162B86B0F79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10A31F-234A-4991-9260-396D33D73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2E0164-24D9-1C01-C304-221E7D077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49E80-B527-4282-9101-3B990A59DB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947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685E1-9B42-C2ED-837A-076586800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AF5D6-6806-6A6D-FEE6-9236F2CDD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1664E4-0979-F938-344F-EA607A42A9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6EABC0-387E-576B-0A6B-3EF7B27230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B4161A-4F9C-D889-2F41-033791A4D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79A84A-0322-8267-AEC5-057CF5B5E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6484-F0E0-4A27-AF8C-7162B86B0F79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E5DBA8-6454-8F21-8B92-EA3670C51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43EE33-EAAB-D6B3-59E3-53BD7AA6C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49E80-B527-4282-9101-3B990A59DB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1517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7CD8A-2CA2-87DA-DE30-EB2F5C5C9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D1C537-A824-C1B1-8AC9-734E8514D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6484-F0E0-4A27-AF8C-7162B86B0F79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CE70BA-6EAD-470D-A339-0EB21649B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9B35DB-8AB5-0F83-165C-6C217B283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49E80-B527-4282-9101-3B990A59DB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248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38E209-9926-53E0-2E5E-904C8E810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6484-F0E0-4A27-AF8C-7162B86B0F79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04AE46-5894-8FD8-CD98-7E3493D57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39523-384F-246C-2F0A-BBAD3A508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49E80-B527-4282-9101-3B990A59DB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987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6058E-DC06-1004-98C2-986E661BB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FDFDC-71A3-5349-D011-18508473A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75C11-8E0C-CD79-57E8-336CCCC199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144C97-510E-0B23-F5AE-F85021CAA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6484-F0E0-4A27-AF8C-7162B86B0F79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0384B5-A3EC-4DD0-757A-62F25B7A2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9AEDA3-0246-BCAD-9094-0C93E1CB5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49E80-B527-4282-9101-3B990A59DB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864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390AC-DC51-DD06-1BB5-087249347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B0AECD-86CC-6EC9-CDFA-9CDAA7D326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71DB72-1B57-4202-541C-C7C3ED84D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86CDE7-580F-1872-3DF2-A02AD719A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6484-F0E0-4A27-AF8C-7162B86B0F79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4F7821-771D-C708-C88E-19D86DE63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CDC6C2-2575-E58B-45C1-276CE7AB2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49E80-B527-4282-9101-3B990A59DB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0648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945E6-AD47-360E-9504-F21455BAB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3707B2-BA5E-2A55-D52D-5C1AA8C517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E93C89-6B14-14D0-AB0D-109ADBC13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6484-F0E0-4A27-AF8C-7162B86B0F79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326A49-79FA-0B9F-5D14-C489ACAB0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17E22F-8AFF-E408-6030-FEBA445E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49E80-B527-4282-9101-3B990A59DB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364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4F41B7-135C-BEDE-9F06-0C185B0E51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3B9EFC-6863-0880-449A-474B10C6EE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16BD9E-B814-EDEA-E08E-2A4E07AD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6484-F0E0-4A27-AF8C-7162B86B0F79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AF155-5BF1-06B1-F6B4-8BD0BE57E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862B39-5B46-4B67-926E-2D6505AB2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349E80-B527-4282-9101-3B990A59DB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207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A4726-A5D9-50A2-783C-A66BF0C0E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ECBC14-116F-2D5C-577F-AEB70B894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9904A-6755-4AFC-314C-DA741631FE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806484-F0E0-4A27-AF8C-7162B86B0F79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D6A11-7799-A297-C661-2F392670F4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3CD22D-7793-0129-BE70-B7898B50B3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349E80-B527-4282-9101-3B990A59DB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0111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rashnic/time-series-forecasting-with-yahoo-stock-pric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jeffmoe/CST_605_Week3.git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deep-learning/deep-learning-introduction-to-long-short-term-memory/" TargetMode="External"/><Relationship Id="rId2" Type="http://schemas.openxmlformats.org/officeDocument/2006/relationships/hyperlink" Target="https://medium.com/@dbhatt245/how-to-develop-lstm-recurrent-neural-networks-for-time-series-prediction-in-python-tensorflow-2-0-c39c000c84e9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medium.com/codex/seasonal-decomposition-and-forecasting-with-statsmodels-92234c6bf3c6" TargetMode="External"/><Relationship Id="rId4" Type="http://schemas.openxmlformats.org/officeDocument/2006/relationships/hyperlink" Target="https://machinelearningmastery.com/time-series-prediction-lstm-recurrent-neural-networks-python-keras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tutorials/structured_data/time_series" TargetMode="External"/><Relationship Id="rId2" Type="http://schemas.openxmlformats.org/officeDocument/2006/relationships/hyperlink" Target="https://www.kaggle.com/datasets/arashnic/time-series-forecasting-with-yahoo-stock-pric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towardsdatascience.com/time-series-from-scratch-decomposing-time-series-data-7b7ad0c30fe7/" TargetMode="External"/><Relationship Id="rId5" Type="http://schemas.openxmlformats.org/officeDocument/2006/relationships/hyperlink" Target="https://developer.nvidia.com/discover/lstm" TargetMode="External"/><Relationship Id="rId4" Type="http://schemas.openxmlformats.org/officeDocument/2006/relationships/hyperlink" Target="https://medium.com/@vineet.pandya/use-tensorflow-lstm-for-time-series-forecasting-770ec789d2c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6B948A-B209-D316-404A-6FD3B55D23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en-US" sz="3400" b="1">
                <a:solidFill>
                  <a:schemeClr val="tx2"/>
                </a:solidFill>
              </a:rPr>
              <a:t>Time Series Prediction with LSTM in TensorFlow</a:t>
            </a:r>
            <a:endParaRPr lang="en-US" sz="340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B78E-D326-43FF-408F-5E64775DF9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endParaRPr lang="en-US" sz="2000">
              <a:solidFill>
                <a:schemeClr val="tx2"/>
              </a:solidFill>
            </a:endParaRPr>
          </a:p>
        </p:txBody>
      </p:sp>
      <p:pic>
        <p:nvPicPr>
          <p:cNvPr id="7" name="Graphic 6" descr="Stopwatch">
            <a:extLst>
              <a:ext uri="{FF2B5EF4-FFF2-40B4-BE49-F238E27FC236}">
                <a16:creationId xmlns:a16="http://schemas.microsoft.com/office/drawing/2014/main" id="{ACA09F46-C477-11DE-89EA-A215955FD5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568907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26892F-FDB1-D55A-29F9-74FEDEE89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Agenda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3632AC9-D7B7-468F-DC6F-07037DB559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118305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037138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D0C5BF-1105-D068-7EAD-DD4AA5C6B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 Preparation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B6108C-C420-87FD-1117-ED25853ECB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24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6230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3F8FE2-4A2D-17C6-A62C-9AC2AC356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Dataset and Explore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7FBA6-37BF-23D3-2192-5FD9D671C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2400" dirty="0"/>
              <a:t>Dataset comes from Kaggle: </a:t>
            </a:r>
            <a:r>
              <a:rPr lang="en-US" sz="2400" dirty="0">
                <a:hlinkClick r:id="rId3"/>
              </a:rPr>
              <a:t>https://www.kaggle.com/datasets/arashnic/time-series-forecasting-with-yahoo-stock-price</a:t>
            </a:r>
            <a:r>
              <a:rPr lang="en-US" sz="2400" dirty="0"/>
              <a:t>  </a:t>
            </a:r>
          </a:p>
          <a:p>
            <a:r>
              <a:rPr lang="en-US" sz="2400" dirty="0" err="1"/>
              <a:t>Jupyter</a:t>
            </a:r>
            <a:r>
              <a:rPr lang="en-US" sz="2400" dirty="0"/>
              <a:t> notebook file stored in </a:t>
            </a:r>
            <a:r>
              <a:rPr lang="en-US" sz="2400" dirty="0" err="1"/>
              <a:t>Github</a:t>
            </a:r>
            <a:r>
              <a:rPr lang="en-US" sz="2400" dirty="0"/>
              <a:t> Repo: </a:t>
            </a:r>
            <a:r>
              <a:rPr lang="en-US" sz="2400" dirty="0">
                <a:hlinkClick r:id="rId4"/>
              </a:rPr>
              <a:t>https://github.com/jeffmoe/CST_605_Week3.git</a:t>
            </a:r>
            <a:r>
              <a:rPr lang="en-US" sz="2400" dirty="0"/>
              <a:t> </a:t>
            </a:r>
          </a:p>
          <a:p>
            <a:r>
              <a:rPr lang="en-US" sz="2400" dirty="0"/>
              <a:t>Created a function to look at the original dataset to understand key characteristics.</a:t>
            </a:r>
          </a:p>
          <a:p>
            <a:pPr>
              <a:lnSpc>
                <a:spcPts val="1425"/>
              </a:lnSpc>
            </a:pPr>
            <a:r>
              <a:rPr lang="en-US" sz="2000" b="0" dirty="0">
                <a:solidFill>
                  <a:srgbClr val="569CD6"/>
                </a:solidFill>
                <a:effectLst/>
              </a:rPr>
              <a:t>def</a:t>
            </a:r>
            <a:r>
              <a:rPr lang="en-US" sz="2000" b="0" dirty="0">
                <a:solidFill>
                  <a:srgbClr val="FFFFFF"/>
                </a:solidFill>
                <a:effectLst/>
              </a:rPr>
              <a:t> </a:t>
            </a:r>
            <a:r>
              <a:rPr lang="en-US" sz="2000" b="0" dirty="0" err="1">
                <a:solidFill>
                  <a:srgbClr val="DCDCAA"/>
                </a:solidFill>
                <a:effectLst/>
              </a:rPr>
              <a:t>explore_data</a:t>
            </a:r>
            <a:r>
              <a:rPr lang="en-US" sz="2000" b="0" dirty="0">
                <a:solidFill>
                  <a:srgbClr val="FFFFFF"/>
                </a:solidFill>
                <a:effectLst/>
              </a:rPr>
              <a:t>(</a:t>
            </a:r>
            <a:r>
              <a:rPr lang="en-US" sz="2000" b="0" dirty="0" err="1">
                <a:solidFill>
                  <a:srgbClr val="9CDCFE"/>
                </a:solidFill>
                <a:effectLst/>
              </a:rPr>
              <a:t>df</a:t>
            </a:r>
            <a:r>
              <a:rPr lang="en-US" sz="2000" b="0" dirty="0">
                <a:solidFill>
                  <a:srgbClr val="FFFFFF"/>
                </a:solidFill>
                <a:effectLst/>
              </a:rPr>
              <a:t>, </a:t>
            </a:r>
            <a:r>
              <a:rPr lang="en-US" sz="2000" b="0" dirty="0" err="1">
                <a:solidFill>
                  <a:srgbClr val="9CDCFE"/>
                </a:solidFill>
                <a:effectLst/>
              </a:rPr>
              <a:t>target_col</a:t>
            </a:r>
            <a:r>
              <a:rPr lang="en-US" sz="2000" b="0" dirty="0">
                <a:solidFill>
                  <a:srgbClr val="D4D4D4"/>
                </a:solidFill>
                <a:effectLst/>
              </a:rPr>
              <a:t>=</a:t>
            </a:r>
            <a:r>
              <a:rPr lang="en-US" sz="2000" b="0" dirty="0">
                <a:solidFill>
                  <a:srgbClr val="CE9178"/>
                </a:solidFill>
                <a:effectLst/>
              </a:rPr>
              <a:t>'Adj Close'</a:t>
            </a:r>
            <a:r>
              <a:rPr lang="en-US" sz="2000" b="0" dirty="0">
                <a:solidFill>
                  <a:srgbClr val="FFFFFF"/>
                </a:solidFill>
                <a:effectLst/>
              </a:rPr>
              <a:t>, </a:t>
            </a:r>
            <a:r>
              <a:rPr lang="en-US" sz="2000" b="0" dirty="0" err="1">
                <a:solidFill>
                  <a:srgbClr val="9CDCFE"/>
                </a:solidFill>
                <a:effectLst/>
              </a:rPr>
              <a:t>date_col</a:t>
            </a:r>
            <a:r>
              <a:rPr lang="en-US" sz="2000" b="0" dirty="0">
                <a:solidFill>
                  <a:srgbClr val="D4D4D4"/>
                </a:solidFill>
                <a:effectLst/>
              </a:rPr>
              <a:t>=</a:t>
            </a:r>
            <a:r>
              <a:rPr lang="en-US" sz="2000" b="0" dirty="0">
                <a:solidFill>
                  <a:srgbClr val="CE9178"/>
                </a:solidFill>
                <a:effectLst/>
              </a:rPr>
              <a:t>'Date’</a:t>
            </a:r>
            <a:r>
              <a:rPr lang="en-US" sz="2000" b="0" dirty="0">
                <a:solidFill>
                  <a:srgbClr val="FFFFFF"/>
                </a:solidFill>
                <a:effectLst/>
              </a:rPr>
              <a:t>)</a:t>
            </a:r>
          </a:p>
          <a:p>
            <a:pPr>
              <a:lnSpc>
                <a:spcPts val="1425"/>
              </a:lnSpc>
            </a:pPr>
            <a:r>
              <a:rPr lang="en-US" sz="2000" dirty="0">
                <a:solidFill>
                  <a:srgbClr val="FFFFFF"/>
                </a:solidFill>
              </a:rPr>
              <a:t>Includes items like displaying </a:t>
            </a:r>
            <a:r>
              <a:rPr lang="en-US" sz="2000" dirty="0" err="1">
                <a:solidFill>
                  <a:srgbClr val="FFFFFF"/>
                </a:solidFill>
              </a:rPr>
              <a:t>stds</a:t>
            </a:r>
            <a:r>
              <a:rPr lang="en-US" sz="2000" dirty="0">
                <a:solidFill>
                  <a:srgbClr val="FFFFFF"/>
                </a:solidFill>
              </a:rPr>
              <a:t>, number of null values, ensuring the time series is not missing any gaps, graphing key correlations.</a:t>
            </a:r>
            <a:endParaRPr lang="en-US" sz="2000" b="0" dirty="0">
              <a:solidFill>
                <a:srgbClr val="FFFFFF"/>
              </a:solidFill>
              <a:effectLst/>
            </a:endParaRP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04527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398F3DEE-0E56-499F-AFAE-C2DA7C2C8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85CCF60-79A2-440A-86A2-1A64A59F7B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F2162BA-EECD-43E0-99D9-C00B19482E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7200" y="8482"/>
            <a:ext cx="3568276" cy="6858000"/>
          </a:xfrm>
          <a:prstGeom prst="rect">
            <a:avLst/>
          </a:prstGeom>
          <a:gradFill>
            <a:gsLst>
              <a:gs pos="0">
                <a:schemeClr val="accent1">
                  <a:alpha val="32000"/>
                </a:schemeClr>
              </a:gs>
              <a:gs pos="70000">
                <a:srgbClr val="000000">
                  <a:alpha val="0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60DB805-F71F-46BB-A8CC-74F6D8306F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F91054C-3439-420E-88EB-F0A5637EC5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89FB54-7991-EB5F-826A-6EE3B27F9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740" y="2759383"/>
            <a:ext cx="2895573" cy="283422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Function Output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63D194-402F-61FD-F96E-B1E4D4E6B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9339" y="249907"/>
            <a:ext cx="4063929" cy="25094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16EC31-1BDD-8BE8-6CBB-0E33ECF96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8735" y="713675"/>
            <a:ext cx="4543265" cy="19876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9DA8F48-8796-45E6-E317-1E090942F0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133" y="3166508"/>
            <a:ext cx="6286197" cy="141439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7F54DA3-E5CC-0AC1-4E8E-5733B169A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172" y="4877273"/>
            <a:ext cx="5640119" cy="164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066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7850A8-41A9-A848-A4FB-8661A3BFD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Function 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B18E1-3340-8834-BAEA-A9338CA2E5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25" y="2238372"/>
            <a:ext cx="11327549" cy="390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8849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5DDB64-AC26-DA89-0B60-F30EE7156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Function 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2E70B5-36AB-C1F0-A722-7EBC5079B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7" y="1576447"/>
            <a:ext cx="6028303" cy="47774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BCF4E2-D03D-C74B-DD9C-138D5A6358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614" y="1584403"/>
            <a:ext cx="5535548" cy="5272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418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09A857-29B6-9F40-C5FD-BD8DD1783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4CC9D7-D6D8-A65C-20C8-BAE7B491F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Function 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4F99AA-A457-4B73-720B-791BC7B6B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18" y="3480992"/>
            <a:ext cx="5131088" cy="13725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C57A5B0-ADCA-2172-DBF3-735C46685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4221" y="1588119"/>
            <a:ext cx="6390067" cy="52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959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596F992-698C-48C0-9D89-70DA4CE92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E76B56-5F64-5F6D-746F-B75B28FB3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489508"/>
            <a:ext cx="5181597" cy="1655482"/>
          </a:xfrm>
        </p:spPr>
        <p:txBody>
          <a:bodyPr anchor="b">
            <a:normAutofit/>
          </a:bodyPr>
          <a:lstStyle/>
          <a:p>
            <a:pPr algn="r"/>
            <a:r>
              <a:rPr lang="en-US" sz="4000"/>
              <a:t>Data Preprocessing and Prep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47A5F-F7AB-C468-9647-AD9A757859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2" y="2418408"/>
            <a:ext cx="5181598" cy="3409898"/>
          </a:xfrm>
        </p:spPr>
        <p:txBody>
          <a:bodyPr anchor="t">
            <a:normAutofit/>
          </a:bodyPr>
          <a:lstStyle/>
          <a:p>
            <a:r>
              <a:rPr lang="en-US" sz="2000" b="0" dirty="0">
                <a:effectLst/>
              </a:rPr>
              <a:t>Created the Def </a:t>
            </a:r>
            <a:r>
              <a:rPr lang="en-US" sz="2000" b="0" dirty="0" err="1">
                <a:effectLst/>
              </a:rPr>
              <a:t>init_data_prep</a:t>
            </a:r>
            <a:r>
              <a:rPr lang="en-US" sz="2000" b="0" dirty="0">
                <a:effectLst/>
              </a:rPr>
              <a:t>(</a:t>
            </a:r>
            <a:r>
              <a:rPr lang="en-US" sz="2000" b="0" dirty="0" err="1">
                <a:effectLst/>
              </a:rPr>
              <a:t>df,features,Seq,target_idx</a:t>
            </a:r>
            <a:r>
              <a:rPr lang="en-US" sz="2000" b="0" dirty="0">
                <a:effectLst/>
              </a:rPr>
              <a:t>=5) function to preprocess data.</a:t>
            </a:r>
          </a:p>
          <a:p>
            <a:r>
              <a:rPr lang="en-US" sz="2000" dirty="0" err="1"/>
              <a:t>Target_idx</a:t>
            </a:r>
            <a:r>
              <a:rPr lang="en-US" sz="2000" dirty="0"/>
              <a:t> =5 because that is the column where the Adj Close values were. </a:t>
            </a:r>
          </a:p>
          <a:p>
            <a:pPr marL="0" indent="0" algn="ctr">
              <a:buNone/>
            </a:pPr>
            <a:r>
              <a:rPr lang="en-US" sz="2000" b="1" u="sng" dirty="0">
                <a:effectLst/>
              </a:rPr>
              <a:t>Highlights:</a:t>
            </a:r>
          </a:p>
          <a:p>
            <a:r>
              <a:rPr lang="en-US" sz="2000" dirty="0"/>
              <a:t>Split the data into an 80% training/test. </a:t>
            </a:r>
          </a:p>
          <a:p>
            <a:r>
              <a:rPr lang="en-US" sz="2000" b="0" dirty="0">
                <a:effectLst/>
              </a:rPr>
              <a:t>Scaled the data using </a:t>
            </a:r>
            <a:r>
              <a:rPr lang="en-US" sz="2000" b="0" dirty="0" err="1">
                <a:effectLst/>
              </a:rPr>
              <a:t>MinMaxScaler</a:t>
            </a:r>
            <a:r>
              <a:rPr lang="en-US" sz="2000" b="0" dirty="0">
                <a:effectLst/>
              </a:rPr>
              <a:t> to ensure that one feature does not dominate the training.</a:t>
            </a:r>
          </a:p>
          <a:p>
            <a:pPr algn="r"/>
            <a:endParaRPr lang="en-US" sz="2000" b="0" dirty="0">
              <a:effectLst/>
            </a:endParaRPr>
          </a:p>
          <a:p>
            <a:pPr algn="r"/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D146EB-1A59-EAA4-608F-9F955327B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731" y="2144990"/>
            <a:ext cx="6056846" cy="3210127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344AAA5-41F4-4862-97EF-688D31DC7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85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E1A62C-2AAF-4B3E-8CDB-65E237080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2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511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C162B2-DDD5-2942-2F1F-E336C2C66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Constructing the LSTM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FF2ED8-2D91-5EE2-92D1-2D6AC1857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24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518966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66402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70175"/>
            <a:ext cx="12185331" cy="1590742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5265546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3335" y="5263483"/>
            <a:ext cx="12192000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972243-95C0-AB7B-2F5E-376A8376A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5510253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Architecture Design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18B470-3F7A-E332-B597-2A56351AC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0941" y="402570"/>
            <a:ext cx="7610116" cy="321527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8D052-67A4-23D5-4CC2-270D2AC579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0256" y="3833199"/>
            <a:ext cx="8332826" cy="1119982"/>
          </a:xfrm>
        </p:spPr>
        <p:txBody>
          <a:bodyPr anchor="ctr">
            <a:normAutofit/>
          </a:bodyPr>
          <a:lstStyle/>
          <a:p>
            <a:r>
              <a:rPr lang="en-US" sz="2000" dirty="0"/>
              <a:t>Built a </a:t>
            </a:r>
            <a:r>
              <a:rPr lang="en-US" sz="2000" dirty="0" err="1"/>
              <a:t>lstm</a:t>
            </a:r>
            <a:r>
              <a:rPr lang="en-US" sz="2000" dirty="0"/>
              <a:t> model function for the architecture design piece.</a:t>
            </a:r>
          </a:p>
          <a:p>
            <a:r>
              <a:rPr lang="en-US" sz="2000" dirty="0"/>
              <a:t>Uses the Adam optimizer, contains 5 layers with one dropout layer and one dense layer.</a:t>
            </a:r>
          </a:p>
        </p:txBody>
      </p:sp>
    </p:spTree>
    <p:extLst>
      <p:ext uri="{BB962C8B-B14F-4D97-AF65-F5344CB8AC3E}">
        <p14:creationId xmlns:p14="http://schemas.microsoft.com/office/powerpoint/2010/main" val="3579634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41B731-5233-3384-F40B-2D804BF3B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Units and Layers Explanation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773FE-6303-3452-D380-B52708A3A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US" sz="1800" dirty="0"/>
              <a:t>Layer 1: Captures all data and provides initial insight into feature relationships.</a:t>
            </a:r>
          </a:p>
          <a:p>
            <a:r>
              <a:rPr lang="en-US" sz="1800" dirty="0"/>
              <a:t>Batch Normalization: normalizes output from layer 1 to have a mean=0, variance=1</a:t>
            </a:r>
          </a:p>
          <a:p>
            <a:pPr lvl="1"/>
            <a:r>
              <a:rPr lang="en-US" sz="1800" dirty="0"/>
              <a:t>Helps to stabilize training early on in feature extraction.</a:t>
            </a:r>
          </a:p>
          <a:p>
            <a:pPr lvl="1"/>
            <a:r>
              <a:rPr lang="en-US" sz="1800" dirty="0"/>
              <a:t>Provides the most benefit right after analysis of the raw data.</a:t>
            </a:r>
          </a:p>
          <a:p>
            <a:r>
              <a:rPr lang="en-US" sz="1800" dirty="0"/>
              <a:t>Layer 2: Further explores relationships between features found from layer 1. </a:t>
            </a:r>
          </a:p>
          <a:p>
            <a:pPr lvl="1"/>
            <a:r>
              <a:rPr lang="en-US" sz="1800" dirty="0"/>
              <a:t>Can id weekly trends and patterns that were not identified in the first layer.</a:t>
            </a:r>
          </a:p>
          <a:p>
            <a:r>
              <a:rPr lang="en-US" sz="1800" dirty="0"/>
              <a:t>Layer Normalization: normalizes across feature dimension instead of batch dimensions.</a:t>
            </a:r>
          </a:p>
          <a:p>
            <a:pPr lvl="1"/>
            <a:r>
              <a:rPr lang="en-US" sz="1800" dirty="0"/>
              <a:t>Helps prevent vanishing gradients deep into the neural network.</a:t>
            </a:r>
          </a:p>
          <a:p>
            <a:pPr lvl="1"/>
            <a:r>
              <a:rPr lang="en-US" sz="1800" dirty="0"/>
              <a:t>Combats overfitting to training data.</a:t>
            </a:r>
          </a:p>
          <a:p>
            <a:r>
              <a:rPr lang="en-US" sz="1800" dirty="0"/>
              <a:t>Layer 3: becomes the decision making layer of the NN. </a:t>
            </a:r>
          </a:p>
          <a:p>
            <a:pPr lvl="1"/>
            <a:r>
              <a:rPr lang="en-US" sz="1800" dirty="0"/>
              <a:t>Prepares the compression for the dense layer.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5036349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6F3FE0-9DA1-E75E-8903-921A796C3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Units and Layers Explanation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1E861-582A-F43E-E110-F18FFD2662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US" sz="2400" dirty="0"/>
              <a:t>Dropout Layer: prevents overfitting the data.</a:t>
            </a:r>
          </a:p>
          <a:p>
            <a:pPr lvl="1"/>
            <a:r>
              <a:rPr lang="en-US" dirty="0"/>
              <a:t>Randomly drops 30% of the neurons in training.</a:t>
            </a:r>
          </a:p>
          <a:p>
            <a:pPr lvl="1"/>
            <a:r>
              <a:rPr lang="en-US" dirty="0"/>
              <a:t>Prevents co-adaption of neurons.</a:t>
            </a:r>
          </a:p>
          <a:p>
            <a:pPr lvl="1"/>
            <a:r>
              <a:rPr lang="en-US" dirty="0"/>
              <a:t>Protects against model noise.</a:t>
            </a:r>
          </a:p>
          <a:p>
            <a:r>
              <a:rPr lang="en-US" sz="2400" dirty="0"/>
              <a:t>Dense Layer: Outputs the prediction for the model.</a:t>
            </a:r>
          </a:p>
          <a:p>
            <a:pPr lvl="1"/>
            <a:r>
              <a:rPr lang="en-US" dirty="0"/>
              <a:t>One single neuron for the output.</a:t>
            </a:r>
          </a:p>
          <a:p>
            <a:pPr lvl="1"/>
            <a:r>
              <a:rPr lang="en-US" dirty="0"/>
              <a:t>No activation function because of linear output.</a:t>
            </a:r>
          </a:p>
        </p:txBody>
      </p:sp>
    </p:spTree>
    <p:extLst>
      <p:ext uri="{BB962C8B-B14F-4D97-AF65-F5344CB8AC3E}">
        <p14:creationId xmlns:p14="http://schemas.microsoft.com/office/powerpoint/2010/main" val="1381414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12198C-BECF-FA61-0D2F-DA563E842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Optimizer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F586DD-A5EB-B15E-6217-BFA650C1B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US" sz="2000"/>
              <a:t>Adam optimizer helps with a few key LSTM problem areas.</a:t>
            </a:r>
          </a:p>
          <a:p>
            <a:r>
              <a:rPr lang="en-US" sz="2000"/>
              <a:t>Vanishing gradients: LSTMs still suffer from vanishing gradients with long sequences. </a:t>
            </a:r>
          </a:p>
          <a:p>
            <a:pPr lvl="1"/>
            <a:r>
              <a:rPr lang="en-US" sz="2000"/>
              <a:t>Adam maintains stable learning with small gradients and prevents gradients from getting too large.</a:t>
            </a:r>
          </a:p>
          <a:p>
            <a:r>
              <a:rPr lang="en-US" sz="2000"/>
              <a:t>Infrequent data updates: Stocks change with infrequent data (company monthly update dropping or raising a price).</a:t>
            </a:r>
          </a:p>
          <a:p>
            <a:pPr lvl="1"/>
            <a:r>
              <a:rPr lang="en-US" sz="2000"/>
              <a:t>Adam can increase or decrease the learning rate for weights of items that rarely get updated or always are updating respectively.</a:t>
            </a:r>
          </a:p>
          <a:p>
            <a:r>
              <a:rPr lang="en-US" sz="2000"/>
              <a:t>Adam is dynamic enough to adjust to volatile information but not be dominated by it.</a:t>
            </a:r>
          </a:p>
        </p:txBody>
      </p:sp>
    </p:spTree>
    <p:extLst>
      <p:ext uri="{BB962C8B-B14F-4D97-AF65-F5344CB8AC3E}">
        <p14:creationId xmlns:p14="http://schemas.microsoft.com/office/powerpoint/2010/main" val="16436077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16E500-D7B8-09FD-AB82-794397325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Training and Evaluation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26AB35-83BF-EDF8-4457-A999B8E86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24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299042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85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2B3290A-D3BF-4B87-B55B-FD9A98B4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9030" cy="1576446"/>
            <a:chOff x="0" y="0"/>
            <a:chExt cx="12192002" cy="157644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33A715A-0686-440A-8F40-441B42A66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761657F-19F2-425B-B7E9-0118CD13C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27B6634-79D3-4EDD-A77A-1065D6F3A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6CBE556-2FC5-C7BD-529B-3AE7159D4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8" y="319314"/>
            <a:ext cx="9477377" cy="1030515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Model Training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5ACF90-0B9C-D6B3-D7E2-038643C301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19" y="1575461"/>
            <a:ext cx="5404507" cy="38372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94C5C6-6500-978A-6042-CF52A4498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301" y="2178950"/>
            <a:ext cx="6534727" cy="263022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9DE8B-8797-EEAE-5717-7829D30983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8" y="5392620"/>
            <a:ext cx="9496427" cy="1385266"/>
          </a:xfrm>
        </p:spPr>
        <p:txBody>
          <a:bodyPr>
            <a:normAutofit/>
          </a:bodyPr>
          <a:lstStyle/>
          <a:p>
            <a:r>
              <a:rPr lang="en-US" sz="2000" dirty="0"/>
              <a:t>Created the model training function to train the model on our data.</a:t>
            </a:r>
          </a:p>
          <a:p>
            <a:r>
              <a:rPr lang="en-US" sz="2000" dirty="0"/>
              <a:t>Includes graphing the loss and MAE for training and validation cycles.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720345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04AFF-F926-3EE2-A0A4-06C91F2CA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C4C7E-69D1-9E0C-879B-8C497467E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Created a function to evaluate the model after training.</a:t>
            </a:r>
          </a:p>
          <a:p>
            <a:r>
              <a:rPr lang="en-US" dirty="0"/>
              <a:t>It graphs predicted vs actual values from the testing data.</a:t>
            </a:r>
          </a:p>
          <a:p>
            <a:r>
              <a:rPr lang="en-US" dirty="0"/>
              <a:t>It also includes, MAE, RMSE, MSE and R2 as evaluation metrics.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61B803-5518-EDEE-A7B3-D56B9BA2C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38" y="3347715"/>
            <a:ext cx="6064562" cy="334027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036566-AE9C-EEF0-F661-4CB8295A6B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2380" y="3347715"/>
            <a:ext cx="5888182" cy="332056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7C36904-9688-D249-FE14-C68D4344B1FD}"/>
              </a:ext>
            </a:extLst>
          </p:cNvPr>
          <p:cNvCxnSpPr>
            <a:cxnSpLocks/>
          </p:cNvCxnSpPr>
          <p:nvPr/>
        </p:nvCxnSpPr>
        <p:spPr>
          <a:xfrm>
            <a:off x="5965017" y="6687987"/>
            <a:ext cx="45523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20224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89D542-1F07-5B26-5ECA-9377FDE41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Insights and Model Comparison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403AF-C8C0-D970-DD30-8AC6E984D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24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48280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298A7-F5DE-58E7-4FAE-B06F70A7C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Analyzing Model Strengths and Limitations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BA167-42D2-CFEF-C975-568FA2FE5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6170"/>
            <a:ext cx="10515600" cy="4351338"/>
          </a:xfrm>
        </p:spPr>
        <p:txBody>
          <a:bodyPr/>
          <a:lstStyle/>
          <a:p>
            <a:r>
              <a:rPr lang="en-US"/>
              <a:t>The model lags behind the actual predictions by a few days. </a:t>
            </a:r>
          </a:p>
          <a:p>
            <a:r>
              <a:rPr lang="en-US"/>
              <a:t>The model does not dip as low or go as high as the actual prices.</a:t>
            </a:r>
          </a:p>
          <a:p>
            <a:r>
              <a:rPr lang="en-US"/>
              <a:t>Model is more stable than the actual stock prices.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8EBA2E-ABB9-EB55-DE28-04A99713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4606" y="3273943"/>
            <a:ext cx="7222787" cy="358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5239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7AA6EA-7EA0-A842-DADF-1C300D01C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Strategies for Improvement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48628D2-ECE3-EE91-C53B-CA4916D49B6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1289844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576816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B2E590-0C9D-3247-0716-3EEC7F713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Bibliography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B83D4-28E5-5CA4-925B-33469FCC9B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 fontScale="62500" lnSpcReduction="20000"/>
          </a:bodyPr>
          <a:lstStyle/>
          <a:p>
            <a:r>
              <a:rPr lang="en-US" dirty="0"/>
              <a:t>Bhatt, D. (2025, October 15). </a:t>
            </a:r>
            <a:r>
              <a:rPr lang="en-US" i="1" dirty="0"/>
              <a:t>How To Develop LSTM Recurrent Neural Networks for Time Series Prediction in Python (TensorFlow 2.0)</a:t>
            </a:r>
            <a:r>
              <a:rPr lang="en-US" dirty="0"/>
              <a:t>. Medium. </a:t>
            </a:r>
            <a:r>
              <a:rPr lang="en-US" dirty="0">
                <a:hlinkClick r:id="rId2"/>
              </a:rPr>
              <a:t>https://medium.com/@dbhatt245/how-to-develop-lstm-recurrent-neural-networks-for-time-series-prediction-in-python-tensorflow-2-0-c39c000c84e9</a:t>
            </a:r>
            <a:r>
              <a:rPr lang="en-US" dirty="0"/>
              <a:t> </a:t>
            </a:r>
          </a:p>
          <a:p>
            <a:r>
              <a:rPr lang="en-US" dirty="0"/>
              <a:t>Aurélien </a:t>
            </a:r>
            <a:r>
              <a:rPr lang="en-US" dirty="0" err="1"/>
              <a:t>Géron</a:t>
            </a:r>
            <a:r>
              <a:rPr lang="en-US" dirty="0"/>
              <a:t>. (2019). </a:t>
            </a:r>
            <a:r>
              <a:rPr lang="en-US" i="1" dirty="0"/>
              <a:t>Hands-On Machine Learning with Scikit-Learn, </a:t>
            </a:r>
            <a:r>
              <a:rPr lang="en-US" i="1" dirty="0" err="1"/>
              <a:t>Keras</a:t>
            </a:r>
            <a:r>
              <a:rPr lang="en-US" i="1" dirty="0"/>
              <a:t>, and TensorFlow</a:t>
            </a:r>
            <a:r>
              <a:rPr lang="en-US" dirty="0"/>
              <a:t>. “O’Reilly Media, Inc.”</a:t>
            </a:r>
          </a:p>
          <a:p>
            <a:r>
              <a:rPr lang="en-US" dirty="0" err="1"/>
              <a:t>GeeksforGeeks</a:t>
            </a:r>
            <a:r>
              <a:rPr lang="en-US" dirty="0"/>
              <a:t>. (2019, January 16). </a:t>
            </a:r>
            <a:r>
              <a:rPr lang="en-US" i="1" dirty="0"/>
              <a:t>What is LSTM Long Short Term Memory?</a:t>
            </a:r>
            <a:r>
              <a:rPr lang="en-US" dirty="0"/>
              <a:t> </a:t>
            </a:r>
            <a:r>
              <a:rPr lang="en-US" dirty="0" err="1"/>
              <a:t>GeeksforGeeks</a:t>
            </a:r>
            <a:r>
              <a:rPr lang="en-US" dirty="0"/>
              <a:t>. </a:t>
            </a:r>
            <a:r>
              <a:rPr lang="en-US" dirty="0">
                <a:hlinkClick r:id="rId3"/>
              </a:rPr>
              <a:t>https://www.geeksforgeeks.org/deep-learning/deep-learning-introduction-to-long-short-term-memory/</a:t>
            </a:r>
            <a:r>
              <a:rPr lang="en-US" dirty="0"/>
              <a:t> </a:t>
            </a:r>
          </a:p>
          <a:p>
            <a:r>
              <a:rPr lang="en-US" dirty="0"/>
              <a:t>Brownlee, J. (2019, April 26). </a:t>
            </a:r>
            <a:r>
              <a:rPr lang="en-US" i="1" dirty="0"/>
              <a:t>Time Series Prediction with LSTM Recurrent Neural Networks in Python with </a:t>
            </a:r>
            <a:r>
              <a:rPr lang="en-US" i="1" dirty="0" err="1"/>
              <a:t>Keras</a:t>
            </a:r>
            <a:r>
              <a:rPr lang="en-US" dirty="0"/>
              <a:t>. Machine Learning Mastery. </a:t>
            </a:r>
            <a:r>
              <a:rPr lang="en-US" dirty="0">
                <a:hlinkClick r:id="rId4"/>
              </a:rPr>
              <a:t>https://machinelearningmastery.com/time-series-prediction-lstm-recurrent-neural-networks-python-keras/</a:t>
            </a:r>
            <a:r>
              <a:rPr lang="en-US" dirty="0"/>
              <a:t> </a:t>
            </a:r>
          </a:p>
          <a:p>
            <a:r>
              <a:rPr lang="en-US" i="1" dirty="0" err="1"/>
              <a:t>Securly</a:t>
            </a:r>
            <a:r>
              <a:rPr lang="en-US" i="1" dirty="0"/>
              <a:t> - Geolocation sharing</a:t>
            </a:r>
            <a:r>
              <a:rPr lang="en-US" dirty="0"/>
              <a:t>. (2026). Medium.com. </a:t>
            </a:r>
            <a:r>
              <a:rPr lang="en-US" dirty="0">
                <a:hlinkClick r:id="rId5"/>
              </a:rPr>
              <a:t>https://medium.com/codex/seasonal-decomposition-and-forecasting-with-statsmodels-92234c6bf3c6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564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735432-A7F5-281E-62ED-8EB6B3590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Bibliography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6DA777-4CA4-5CCD-EC59-5D32A5FE0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 fontScale="92500" lnSpcReduction="10000"/>
          </a:bodyPr>
          <a:lstStyle/>
          <a:p>
            <a:r>
              <a:rPr lang="en-US" sz="2000" i="1" dirty="0"/>
              <a:t>Time Series Forecasting with Yahoo Stock Price</a:t>
            </a:r>
            <a:r>
              <a:rPr lang="en-US" sz="2000" dirty="0"/>
              <a:t>. (n.d.). Www.kaggle.com. </a:t>
            </a:r>
            <a:r>
              <a:rPr lang="en-US" sz="2000" dirty="0">
                <a:hlinkClick r:id="rId2"/>
              </a:rPr>
              <a:t>https://www.kaggle.com/datasets/arashnic/time-series-forecasting-with-yahoo-stock-price</a:t>
            </a:r>
            <a:r>
              <a:rPr lang="en-US" sz="2000" dirty="0"/>
              <a:t> </a:t>
            </a:r>
          </a:p>
          <a:p>
            <a:r>
              <a:rPr lang="en-US" sz="2000" dirty="0"/>
              <a:t>Time series forecasting. (2009). </a:t>
            </a:r>
            <a:r>
              <a:rPr lang="en-US" sz="2000" i="1" dirty="0"/>
              <a:t>Time series forecasting  |  TensorFlow Core</a:t>
            </a:r>
            <a:r>
              <a:rPr lang="en-US" sz="2000" dirty="0"/>
              <a:t>. TensorFlow. </a:t>
            </a:r>
            <a:r>
              <a:rPr lang="en-US" sz="2000" dirty="0">
                <a:hlinkClick r:id="rId3"/>
              </a:rPr>
              <a:t>https://www.tensorflow.org/tutorials/structured_data/time_series</a:t>
            </a:r>
            <a:r>
              <a:rPr lang="en-US" sz="2000" dirty="0"/>
              <a:t> </a:t>
            </a:r>
          </a:p>
          <a:p>
            <a:r>
              <a:rPr lang="en-US" sz="2000" dirty="0"/>
              <a:t>PANDYA, V. (2023, May 6). </a:t>
            </a:r>
            <a:r>
              <a:rPr lang="en-US" sz="2000" i="1" dirty="0"/>
              <a:t>Use </a:t>
            </a:r>
            <a:r>
              <a:rPr lang="en-US" sz="2000" i="1" dirty="0" err="1"/>
              <a:t>Tensorflow</a:t>
            </a:r>
            <a:r>
              <a:rPr lang="en-US" sz="2000" i="1" dirty="0"/>
              <a:t> LSTM for Time Series Forecasting</a:t>
            </a:r>
            <a:r>
              <a:rPr lang="en-US" sz="2000" dirty="0"/>
              <a:t>. Medium. </a:t>
            </a:r>
            <a:r>
              <a:rPr lang="en-US" sz="2000" dirty="0">
                <a:hlinkClick r:id="rId4"/>
              </a:rPr>
              <a:t>https://medium.com/@vineet.pandya/use-tensorflow-lstm-for-time-series-forecasting-770ec789d2ce</a:t>
            </a:r>
            <a:r>
              <a:rPr lang="en-US" sz="2000" dirty="0"/>
              <a:t> </a:t>
            </a:r>
          </a:p>
          <a:p>
            <a:r>
              <a:rPr lang="en-US" sz="2000" dirty="0"/>
              <a:t>NVIDIA. (2018, August 3). </a:t>
            </a:r>
            <a:r>
              <a:rPr lang="en-US" sz="2000" i="1" dirty="0"/>
              <a:t>Long Short-Term Memory (LSTM)</a:t>
            </a:r>
            <a:r>
              <a:rPr lang="en-US" sz="2000" dirty="0"/>
              <a:t>. NVIDIA Developer. </a:t>
            </a:r>
            <a:r>
              <a:rPr lang="en-US" sz="2000" dirty="0">
                <a:hlinkClick r:id="rId5"/>
              </a:rPr>
              <a:t>https://developer.nvidia.com/discover/lstm</a:t>
            </a:r>
            <a:r>
              <a:rPr lang="en-US" sz="2000" dirty="0"/>
              <a:t> </a:t>
            </a:r>
          </a:p>
          <a:p>
            <a:r>
              <a:rPr lang="en-US" sz="2000" dirty="0" err="1"/>
              <a:t>Radečić</a:t>
            </a:r>
            <a:r>
              <a:rPr lang="en-US" sz="2000" dirty="0"/>
              <a:t>, D. (2021, July 15). </a:t>
            </a:r>
            <a:r>
              <a:rPr lang="en-US" sz="2000" i="1" dirty="0"/>
              <a:t>Time Series From Scratch - Decomposing Time Series Data | Towards Data Science</a:t>
            </a:r>
            <a:r>
              <a:rPr lang="en-US" sz="2000" dirty="0"/>
              <a:t>. Towards Data Science. </a:t>
            </a:r>
            <a:r>
              <a:rPr lang="en-US" sz="2000" dirty="0">
                <a:hlinkClick r:id="rId6"/>
              </a:rPr>
              <a:t>https://towardsdatascience.com/time-series-from-scratch-decomposing-time-series-data-7b7ad0c30fe7/</a:t>
            </a:r>
            <a:r>
              <a:rPr lang="en-US" sz="2000" dirty="0"/>
              <a:t> </a:t>
            </a:r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71457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1384</TotalTime>
  <Words>1219</Words>
  <Application>Microsoft Office PowerPoint</Application>
  <PresentationFormat>Widescreen</PresentationFormat>
  <Paragraphs>111</Paragraphs>
  <Slides>22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Time Series Prediction with LSTM in TensorFlow</vt:lpstr>
      <vt:lpstr>Agenda</vt:lpstr>
      <vt:lpstr>Data Preparation</vt:lpstr>
      <vt:lpstr>Dataset and Explore Function</vt:lpstr>
      <vt:lpstr>Function Output</vt:lpstr>
      <vt:lpstr>Function Output</vt:lpstr>
      <vt:lpstr>Function Output</vt:lpstr>
      <vt:lpstr>Function Output</vt:lpstr>
      <vt:lpstr>Data Preprocessing and Prep</vt:lpstr>
      <vt:lpstr>Constructing the LSTM Model</vt:lpstr>
      <vt:lpstr>Architecture Design</vt:lpstr>
      <vt:lpstr>Units and Layers Explanation</vt:lpstr>
      <vt:lpstr>Units and Layers Explanation</vt:lpstr>
      <vt:lpstr>Optimizer Selection</vt:lpstr>
      <vt:lpstr>Training and Evaluation</vt:lpstr>
      <vt:lpstr>Model Training</vt:lpstr>
      <vt:lpstr>Performance Evaluation</vt:lpstr>
      <vt:lpstr>Insights and Model Comparison</vt:lpstr>
      <vt:lpstr>Analyzing Model Strengths and Limitations</vt:lpstr>
      <vt:lpstr>Strategies for Improvement</vt:lpstr>
      <vt:lpstr>Bibliography</vt:lpstr>
      <vt:lpstr>Bibliography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Jeffrey Moe</dc:creator>
  <cp:lastModifiedBy>Jeffrey Moe</cp:lastModifiedBy>
  <cp:revision>1</cp:revision>
  <dcterms:created xsi:type="dcterms:W3CDTF">2026-01-31T21:30:46Z</dcterms:created>
  <dcterms:modified xsi:type="dcterms:W3CDTF">2026-02-01T22:35:05Z</dcterms:modified>
</cp:coreProperties>
</file>