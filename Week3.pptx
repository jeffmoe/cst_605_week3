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69626-F4AC-4497-B96B-36B160D8783A}" v="36" dt="2026-02-01T18:49:13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98" d="100"/>
          <a:sy n="98" d="100"/>
        </p:scale>
        <p:origin x="5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rey Moe" userId="495852c6-9817-4bbb-9162-b2e8ad79383d" providerId="ADAL" clId="{45C24337-BC83-426E-8555-560DB5D20005}"/>
    <pc:docChg chg="undo custSel addSld modSld modMainMaster">
      <pc:chgData name="Jeffrey Moe" userId="495852c6-9817-4bbb-9162-b2e8ad79383d" providerId="ADAL" clId="{45C24337-BC83-426E-8555-560DB5D20005}" dt="2026-02-01T18:49:23.820" v="193" actId="27636"/>
      <pc:docMkLst>
        <pc:docMk/>
      </pc:docMkLst>
      <pc:sldChg chg="addSp modSp mod setBg addAnim">
        <pc:chgData name="Jeffrey Moe" userId="495852c6-9817-4bbb-9162-b2e8ad79383d" providerId="ADAL" clId="{45C24337-BC83-426E-8555-560DB5D20005}" dt="2026-01-31T21:32:50.684" v="78"/>
        <pc:sldMkLst>
          <pc:docMk/>
          <pc:sldMk cId="2568907689" sldId="256"/>
        </pc:sldMkLst>
        <pc:spChg chg="mod">
          <ac:chgData name="Jeffrey Moe" userId="495852c6-9817-4bbb-9162-b2e8ad79383d" providerId="ADAL" clId="{45C24337-BC83-426E-8555-560DB5D20005}" dt="2026-01-31T21:32:50.684" v="76" actId="26606"/>
          <ac:spMkLst>
            <pc:docMk/>
            <pc:sldMk cId="2568907689" sldId="256"/>
            <ac:spMk id="2" creationId="{856B948A-B209-D316-404A-6FD3B55D23E8}"/>
          </ac:spMkLst>
        </pc:spChg>
        <pc:spChg chg="mod">
          <ac:chgData name="Jeffrey Moe" userId="495852c6-9817-4bbb-9162-b2e8ad79383d" providerId="ADAL" clId="{45C24337-BC83-426E-8555-560DB5D20005}" dt="2026-01-31T21:32:50.684" v="76" actId="26606"/>
          <ac:spMkLst>
            <pc:docMk/>
            <pc:sldMk cId="2568907689" sldId="256"/>
            <ac:spMk id="3" creationId="{3A1DB78E-D326-43FF-408F-5E64775DF915}"/>
          </ac:spMkLst>
        </pc:spChg>
        <pc:spChg chg="add">
          <ac:chgData name="Jeffrey Moe" userId="495852c6-9817-4bbb-9162-b2e8ad79383d" providerId="ADAL" clId="{45C24337-BC83-426E-8555-560DB5D20005}" dt="2026-01-31T21:32:50.684" v="76" actId="26606"/>
          <ac:spMkLst>
            <pc:docMk/>
            <pc:sldMk cId="2568907689" sldId="256"/>
            <ac:spMk id="10" creationId="{A3363022-C969-41E9-8EB2-E4C94908C1FA}"/>
          </ac:spMkLst>
        </pc:spChg>
        <pc:spChg chg="add">
          <ac:chgData name="Jeffrey Moe" userId="495852c6-9817-4bbb-9162-b2e8ad79383d" providerId="ADAL" clId="{45C24337-BC83-426E-8555-560DB5D20005}" dt="2026-01-31T21:32:50.684" v="76" actId="26606"/>
          <ac:spMkLst>
            <pc:docMk/>
            <pc:sldMk cId="2568907689" sldId="256"/>
            <ac:spMk id="12" creationId="{8D1AD6B3-BE88-4CEB-BA17-790657CC4729}"/>
          </ac:spMkLst>
        </pc:spChg>
        <pc:grpChg chg="add">
          <ac:chgData name="Jeffrey Moe" userId="495852c6-9817-4bbb-9162-b2e8ad79383d" providerId="ADAL" clId="{45C24337-BC83-426E-8555-560DB5D20005}" dt="2026-01-31T21:32:50.684" v="76" actId="26606"/>
          <ac:grpSpMkLst>
            <pc:docMk/>
            <pc:sldMk cId="2568907689" sldId="256"/>
            <ac:grpSpMk id="14" creationId="{89D1390B-7E13-4B4F-9CB2-391063412E54}"/>
          </ac:grpSpMkLst>
        </pc:grpChg>
        <pc:picChg chg="add">
          <ac:chgData name="Jeffrey Moe" userId="495852c6-9817-4bbb-9162-b2e8ad79383d" providerId="ADAL" clId="{45C24337-BC83-426E-8555-560DB5D20005}" dt="2026-01-31T21:32:50.684" v="76" actId="26606"/>
          <ac:picMkLst>
            <pc:docMk/>
            <pc:sldMk cId="2568907689" sldId="256"/>
            <ac:picMk id="7" creationId="{ACA09F46-C477-11DE-89EA-A215955FD5A2}"/>
          </ac:picMkLst>
        </pc:picChg>
      </pc:sldChg>
      <pc:sldChg chg="addSp delSp modSp new mod setBg">
        <pc:chgData name="Jeffrey Moe" userId="495852c6-9817-4bbb-9162-b2e8ad79383d" providerId="ADAL" clId="{45C24337-BC83-426E-8555-560DB5D20005}" dt="2026-01-31T21:32:54.616" v="79" actId="26606"/>
        <pc:sldMkLst>
          <pc:docMk/>
          <pc:sldMk cId="3703713837" sldId="257"/>
        </pc:sldMkLst>
        <pc:spChg chg="mod">
          <ac:chgData name="Jeffrey Moe" userId="495852c6-9817-4bbb-9162-b2e8ad79383d" providerId="ADAL" clId="{45C24337-BC83-426E-8555-560DB5D20005}" dt="2026-01-31T21:32:54.616" v="79" actId="26606"/>
          <ac:spMkLst>
            <pc:docMk/>
            <pc:sldMk cId="3703713837" sldId="257"/>
            <ac:spMk id="2" creationId="{EA26892F-FDB1-D55A-29F9-74FEDEE89B9B}"/>
          </ac:spMkLst>
        </pc:spChg>
        <pc:spChg chg="del mod">
          <ac:chgData name="Jeffrey Moe" userId="495852c6-9817-4bbb-9162-b2e8ad79383d" providerId="ADAL" clId="{45C24337-BC83-426E-8555-560DB5D20005}" dt="2026-01-31T21:32:54.616" v="79" actId="26606"/>
          <ac:spMkLst>
            <pc:docMk/>
            <pc:sldMk cId="3703713837" sldId="257"/>
            <ac:spMk id="3" creationId="{DC60CB24-5E1E-5EA6-8D8A-A7E90FD82ED0}"/>
          </ac:spMkLst>
        </pc:spChg>
        <pc:spChg chg="add">
          <ac:chgData name="Jeffrey Moe" userId="495852c6-9817-4bbb-9162-b2e8ad79383d" providerId="ADAL" clId="{45C24337-BC83-426E-8555-560DB5D20005}" dt="2026-01-31T21:32:54.616" v="79" actId="26606"/>
          <ac:spMkLst>
            <pc:docMk/>
            <pc:sldMk cId="3703713837" sldId="257"/>
            <ac:spMk id="9" creationId="{BACC6370-2D7E-4714-9D71-7542949D7D5D}"/>
          </ac:spMkLst>
        </pc:spChg>
        <pc:spChg chg="add">
          <ac:chgData name="Jeffrey Moe" userId="495852c6-9817-4bbb-9162-b2e8ad79383d" providerId="ADAL" clId="{45C24337-BC83-426E-8555-560DB5D20005}" dt="2026-01-31T21:32:54.616" v="79" actId="26606"/>
          <ac:spMkLst>
            <pc:docMk/>
            <pc:sldMk cId="3703713837" sldId="257"/>
            <ac:spMk id="11" creationId="{F68B3F68-107C-434F-AA38-110D5EA91B85}"/>
          </ac:spMkLst>
        </pc:spChg>
        <pc:spChg chg="add">
          <ac:chgData name="Jeffrey Moe" userId="495852c6-9817-4bbb-9162-b2e8ad79383d" providerId="ADAL" clId="{45C24337-BC83-426E-8555-560DB5D20005}" dt="2026-01-31T21:32:54.616" v="79" actId="26606"/>
          <ac:spMkLst>
            <pc:docMk/>
            <pc:sldMk cId="3703713837" sldId="257"/>
            <ac:spMk id="13" creationId="{AAD0DBB9-1A4B-4391-81D4-CB19F9AB918A}"/>
          </ac:spMkLst>
        </pc:spChg>
        <pc:spChg chg="add">
          <ac:chgData name="Jeffrey Moe" userId="495852c6-9817-4bbb-9162-b2e8ad79383d" providerId="ADAL" clId="{45C24337-BC83-426E-8555-560DB5D20005}" dt="2026-01-31T21:32:54.616" v="79" actId="26606"/>
          <ac:spMkLst>
            <pc:docMk/>
            <pc:sldMk cId="3703713837" sldId="257"/>
            <ac:spMk id="15" creationId="{063BBA22-50EA-4C4D-BE05-F1CE4E63AA56}"/>
          </ac:spMkLst>
        </pc:spChg>
        <pc:graphicFrameChg chg="add">
          <ac:chgData name="Jeffrey Moe" userId="495852c6-9817-4bbb-9162-b2e8ad79383d" providerId="ADAL" clId="{45C24337-BC83-426E-8555-560DB5D20005}" dt="2026-01-31T21:32:54.616" v="79" actId="26606"/>
          <ac:graphicFrameMkLst>
            <pc:docMk/>
            <pc:sldMk cId="3703713837" sldId="257"/>
            <ac:graphicFrameMk id="5" creationId="{03632AC9-D7B7-468F-DC6F-07037DB5591D}"/>
          </ac:graphicFrameMkLst>
        </pc:graphicFrameChg>
      </pc:sldChg>
      <pc:sldChg chg="addSp modSp new mod setBg">
        <pc:chgData name="Jeffrey Moe" userId="495852c6-9817-4bbb-9162-b2e8ad79383d" providerId="ADAL" clId="{45C24337-BC83-426E-8555-560DB5D20005}" dt="2026-01-31T21:37:03.865" v="121" actId="20577"/>
        <pc:sldMkLst>
          <pc:docMk/>
          <pc:sldMk cId="130564329" sldId="258"/>
        </pc:sldMkLst>
        <pc:spChg chg="mod">
          <ac:chgData name="Jeffrey Moe" userId="495852c6-9817-4bbb-9162-b2e8ad79383d" providerId="ADAL" clId="{45C24337-BC83-426E-8555-560DB5D20005}" dt="2026-01-31T21:33:02.232" v="81" actId="26606"/>
          <ac:spMkLst>
            <pc:docMk/>
            <pc:sldMk cId="130564329" sldId="258"/>
            <ac:spMk id="2" creationId="{FCB2E590-0C9D-3247-0716-3EEC7F7136F8}"/>
          </ac:spMkLst>
        </pc:spChg>
        <pc:spChg chg="mod">
          <ac:chgData name="Jeffrey Moe" userId="495852c6-9817-4bbb-9162-b2e8ad79383d" providerId="ADAL" clId="{45C24337-BC83-426E-8555-560DB5D20005}" dt="2026-01-31T21:37:03.865" v="121" actId="20577"/>
          <ac:spMkLst>
            <pc:docMk/>
            <pc:sldMk cId="130564329" sldId="258"/>
            <ac:spMk id="3" creationId="{82BB83D4-28E5-5CA4-925B-33469FCC9B29}"/>
          </ac:spMkLst>
        </pc:spChg>
        <pc:spChg chg="add">
          <ac:chgData name="Jeffrey Moe" userId="495852c6-9817-4bbb-9162-b2e8ad79383d" providerId="ADAL" clId="{45C24337-BC83-426E-8555-560DB5D20005}" dt="2026-01-31T21:33:02.232" v="81" actId="26606"/>
          <ac:spMkLst>
            <pc:docMk/>
            <pc:sldMk cId="130564329" sldId="258"/>
            <ac:spMk id="8" creationId="{1B15ED52-F352-441B-82BF-E0EA34836D08}"/>
          </ac:spMkLst>
        </pc:spChg>
        <pc:spChg chg="add">
          <ac:chgData name="Jeffrey Moe" userId="495852c6-9817-4bbb-9162-b2e8ad79383d" providerId="ADAL" clId="{45C24337-BC83-426E-8555-560DB5D20005}" dt="2026-01-31T21:33:02.232" v="81" actId="26606"/>
          <ac:spMkLst>
            <pc:docMk/>
            <pc:sldMk cId="130564329" sldId="258"/>
            <ac:spMk id="10" creationId="{3B2E3793-BFE6-45A2-9B7B-E18844431C99}"/>
          </ac:spMkLst>
        </pc:spChg>
        <pc:spChg chg="add">
          <ac:chgData name="Jeffrey Moe" userId="495852c6-9817-4bbb-9162-b2e8ad79383d" providerId="ADAL" clId="{45C24337-BC83-426E-8555-560DB5D20005}" dt="2026-01-31T21:33:02.232" v="81" actId="26606"/>
          <ac:spMkLst>
            <pc:docMk/>
            <pc:sldMk cId="130564329" sldId="258"/>
            <ac:spMk id="12" creationId="{BC4C4868-CB8F-4AF9-9CDB-8108F2C19B67}"/>
          </ac:spMkLst>
        </pc:spChg>
        <pc:spChg chg="add">
          <ac:chgData name="Jeffrey Moe" userId="495852c6-9817-4bbb-9162-b2e8ad79383d" providerId="ADAL" clId="{45C24337-BC83-426E-8555-560DB5D20005}" dt="2026-01-31T21:33:02.232" v="81" actId="26606"/>
          <ac:spMkLst>
            <pc:docMk/>
            <pc:sldMk cId="130564329" sldId="258"/>
            <ac:spMk id="14" creationId="{375E0459-6403-40CD-989D-56A4407CA12E}"/>
          </ac:spMkLst>
        </pc:spChg>
        <pc:spChg chg="add">
          <ac:chgData name="Jeffrey Moe" userId="495852c6-9817-4bbb-9162-b2e8ad79383d" providerId="ADAL" clId="{45C24337-BC83-426E-8555-560DB5D20005}" dt="2026-01-31T21:33:02.232" v="81" actId="26606"/>
          <ac:spMkLst>
            <pc:docMk/>
            <pc:sldMk cId="130564329" sldId="258"/>
            <ac:spMk id="16" creationId="{53E5B1A8-3AC9-4BD1-9BBC-78CA94F2D1BA}"/>
          </ac:spMkLst>
        </pc:spChg>
      </pc:sldChg>
      <pc:sldChg chg="addSp modSp new mod setBg">
        <pc:chgData name="Jeffrey Moe" userId="495852c6-9817-4bbb-9162-b2e8ad79383d" providerId="ADAL" clId="{45C24337-BC83-426E-8555-560DB5D20005}" dt="2026-01-31T21:32:57.684" v="80" actId="26606"/>
        <pc:sldMkLst>
          <pc:docMk/>
          <pc:sldMk cId="2476230544" sldId="259"/>
        </pc:sldMkLst>
        <pc:spChg chg="mod">
          <ac:chgData name="Jeffrey Moe" userId="495852c6-9817-4bbb-9162-b2e8ad79383d" providerId="ADAL" clId="{45C24337-BC83-426E-8555-560DB5D20005}" dt="2026-01-31T21:32:57.684" v="80" actId="26606"/>
          <ac:spMkLst>
            <pc:docMk/>
            <pc:sldMk cId="2476230544" sldId="259"/>
            <ac:spMk id="2" creationId="{66D0C5BF-1105-D068-7EAD-DD4AA5C6B66F}"/>
          </ac:spMkLst>
        </pc:spChg>
        <pc:spChg chg="mod">
          <ac:chgData name="Jeffrey Moe" userId="495852c6-9817-4bbb-9162-b2e8ad79383d" providerId="ADAL" clId="{45C24337-BC83-426E-8555-560DB5D20005}" dt="2026-01-31T21:32:57.684" v="80" actId="26606"/>
          <ac:spMkLst>
            <pc:docMk/>
            <pc:sldMk cId="2476230544" sldId="259"/>
            <ac:spMk id="3" creationId="{21B6108C-C420-87FD-1117-ED25853ECB6E}"/>
          </ac:spMkLst>
        </pc:spChg>
        <pc:spChg chg="add">
          <ac:chgData name="Jeffrey Moe" userId="495852c6-9817-4bbb-9162-b2e8ad79383d" providerId="ADAL" clId="{45C24337-BC83-426E-8555-560DB5D20005}" dt="2026-01-31T21:32:57.684" v="80" actId="26606"/>
          <ac:spMkLst>
            <pc:docMk/>
            <pc:sldMk cId="2476230544" sldId="259"/>
            <ac:spMk id="8" creationId="{6F5A5072-7B47-4D32-B52A-4EBBF590B8A5}"/>
          </ac:spMkLst>
        </pc:spChg>
        <pc:spChg chg="add">
          <ac:chgData name="Jeffrey Moe" userId="495852c6-9817-4bbb-9162-b2e8ad79383d" providerId="ADAL" clId="{45C24337-BC83-426E-8555-560DB5D20005}" dt="2026-01-31T21:32:57.684" v="80" actId="26606"/>
          <ac:spMkLst>
            <pc:docMk/>
            <pc:sldMk cId="2476230544" sldId="259"/>
            <ac:spMk id="10" creationId="{9715DAF0-AE1B-46C9-8A6B-DB2AA05AB91D}"/>
          </ac:spMkLst>
        </pc:spChg>
        <pc:spChg chg="add">
          <ac:chgData name="Jeffrey Moe" userId="495852c6-9817-4bbb-9162-b2e8ad79383d" providerId="ADAL" clId="{45C24337-BC83-426E-8555-560DB5D20005}" dt="2026-01-31T21:32:57.684" v="80" actId="26606"/>
          <ac:spMkLst>
            <pc:docMk/>
            <pc:sldMk cId="2476230544" sldId="259"/>
            <ac:spMk id="12" creationId="{6016219D-510E-4184-9090-6D5578A87BD1}"/>
          </ac:spMkLst>
        </pc:spChg>
        <pc:spChg chg="add">
          <ac:chgData name="Jeffrey Moe" userId="495852c6-9817-4bbb-9162-b2e8ad79383d" providerId="ADAL" clId="{45C24337-BC83-426E-8555-560DB5D20005}" dt="2026-01-31T21:32:57.684" v="80" actId="26606"/>
          <ac:spMkLst>
            <pc:docMk/>
            <pc:sldMk cId="2476230544" sldId="259"/>
            <ac:spMk id="14" creationId="{AFF4A713-7B75-4B21-90D7-5AB19547C728}"/>
          </ac:spMkLst>
        </pc:spChg>
        <pc:spChg chg="add">
          <ac:chgData name="Jeffrey Moe" userId="495852c6-9817-4bbb-9162-b2e8ad79383d" providerId="ADAL" clId="{45C24337-BC83-426E-8555-560DB5D20005}" dt="2026-01-31T21:32:57.684" v="80" actId="26606"/>
          <ac:spMkLst>
            <pc:docMk/>
            <pc:sldMk cId="2476230544" sldId="259"/>
            <ac:spMk id="16" creationId="{DC631C0B-6DA6-4E57-8231-CE32B3434A7E}"/>
          </ac:spMkLst>
        </pc:spChg>
        <pc:spChg chg="add">
          <ac:chgData name="Jeffrey Moe" userId="495852c6-9817-4bbb-9162-b2e8ad79383d" providerId="ADAL" clId="{45C24337-BC83-426E-8555-560DB5D20005}" dt="2026-01-31T21:32:57.684" v="80" actId="26606"/>
          <ac:spMkLst>
            <pc:docMk/>
            <pc:sldMk cId="2476230544" sldId="259"/>
            <ac:spMk id="18" creationId="{C29501E6-A978-4A61-9689-9085AF97A53A}"/>
          </ac:spMkLst>
        </pc:spChg>
      </pc:sldChg>
      <pc:sldChg chg="new">
        <pc:chgData name="Jeffrey Moe" userId="495852c6-9817-4bbb-9162-b2e8ad79383d" providerId="ADAL" clId="{45C24337-BC83-426E-8555-560DB5D20005}" dt="2026-01-31T21:33:08.142" v="82" actId="680"/>
        <pc:sldMkLst>
          <pc:docMk/>
          <pc:sldMk cId="604527475" sldId="260"/>
        </pc:sldMkLst>
      </pc:sldChg>
      <pc:sldChg chg="addSp modSp new mod setBg">
        <pc:chgData name="Jeffrey Moe" userId="495852c6-9817-4bbb-9162-b2e8ad79383d" providerId="ADAL" clId="{45C24337-BC83-426E-8555-560DB5D20005}" dt="2026-02-01T18:49:23.820" v="193" actId="27636"/>
        <pc:sldMkLst>
          <pc:docMk/>
          <pc:sldMk cId="771457109" sldId="261"/>
        </pc:sldMkLst>
        <pc:spChg chg="mod">
          <ac:chgData name="Jeffrey Moe" userId="495852c6-9817-4bbb-9162-b2e8ad79383d" providerId="ADAL" clId="{45C24337-BC83-426E-8555-560DB5D20005}" dt="2026-01-31T21:38:11.958" v="154" actId="26606"/>
          <ac:spMkLst>
            <pc:docMk/>
            <pc:sldMk cId="771457109" sldId="261"/>
            <ac:spMk id="2" creationId="{E7735432-A7F5-281E-62ED-8EB6B3590FED}"/>
          </ac:spMkLst>
        </pc:spChg>
        <pc:spChg chg="mod">
          <ac:chgData name="Jeffrey Moe" userId="495852c6-9817-4bbb-9162-b2e8ad79383d" providerId="ADAL" clId="{45C24337-BC83-426E-8555-560DB5D20005}" dt="2026-02-01T18:49:23.820" v="193" actId="27636"/>
          <ac:spMkLst>
            <pc:docMk/>
            <pc:sldMk cId="771457109" sldId="261"/>
            <ac:spMk id="3" creationId="{906DA777-4CA4-5CCD-EC59-5D32A5FE0CA2}"/>
          </ac:spMkLst>
        </pc:spChg>
        <pc:spChg chg="add">
          <ac:chgData name="Jeffrey Moe" userId="495852c6-9817-4bbb-9162-b2e8ad79383d" providerId="ADAL" clId="{45C24337-BC83-426E-8555-560DB5D20005}" dt="2026-01-31T21:38:11.958" v="154" actId="26606"/>
          <ac:spMkLst>
            <pc:docMk/>
            <pc:sldMk cId="771457109" sldId="261"/>
            <ac:spMk id="8" creationId="{1B15ED52-F352-441B-82BF-E0EA34836D08}"/>
          </ac:spMkLst>
        </pc:spChg>
        <pc:spChg chg="add">
          <ac:chgData name="Jeffrey Moe" userId="495852c6-9817-4bbb-9162-b2e8ad79383d" providerId="ADAL" clId="{45C24337-BC83-426E-8555-560DB5D20005}" dt="2026-01-31T21:38:11.958" v="154" actId="26606"/>
          <ac:spMkLst>
            <pc:docMk/>
            <pc:sldMk cId="771457109" sldId="261"/>
            <ac:spMk id="10" creationId="{3B2E3793-BFE6-45A2-9B7B-E18844431C99}"/>
          </ac:spMkLst>
        </pc:spChg>
        <pc:spChg chg="add">
          <ac:chgData name="Jeffrey Moe" userId="495852c6-9817-4bbb-9162-b2e8ad79383d" providerId="ADAL" clId="{45C24337-BC83-426E-8555-560DB5D20005}" dt="2026-01-31T21:38:11.958" v="154" actId="26606"/>
          <ac:spMkLst>
            <pc:docMk/>
            <pc:sldMk cId="771457109" sldId="261"/>
            <ac:spMk id="12" creationId="{BC4C4868-CB8F-4AF9-9CDB-8108F2C19B67}"/>
          </ac:spMkLst>
        </pc:spChg>
        <pc:spChg chg="add">
          <ac:chgData name="Jeffrey Moe" userId="495852c6-9817-4bbb-9162-b2e8ad79383d" providerId="ADAL" clId="{45C24337-BC83-426E-8555-560DB5D20005}" dt="2026-01-31T21:38:11.958" v="154" actId="26606"/>
          <ac:spMkLst>
            <pc:docMk/>
            <pc:sldMk cId="771457109" sldId="261"/>
            <ac:spMk id="14" creationId="{375E0459-6403-40CD-989D-56A4407CA12E}"/>
          </ac:spMkLst>
        </pc:spChg>
        <pc:spChg chg="add">
          <ac:chgData name="Jeffrey Moe" userId="495852c6-9817-4bbb-9162-b2e8ad79383d" providerId="ADAL" clId="{45C24337-BC83-426E-8555-560DB5D20005}" dt="2026-01-31T21:38:11.958" v="154" actId="26606"/>
          <ac:spMkLst>
            <pc:docMk/>
            <pc:sldMk cId="771457109" sldId="261"/>
            <ac:spMk id="16" creationId="{53E5B1A8-3AC9-4BD1-9BBC-78CA94F2D1BA}"/>
          </ac:spMkLst>
        </pc:spChg>
      </pc:sldChg>
      <pc:sldMasterChg chg="setBg">
        <pc:chgData name="Jeffrey Moe" userId="495852c6-9817-4bbb-9162-b2e8ad79383d" providerId="ADAL" clId="{45C24337-BC83-426E-8555-560DB5D20005}" dt="2026-01-31T21:32:35.382" v="75"/>
        <pc:sldMasterMkLst>
          <pc:docMk/>
          <pc:sldMasterMk cId="1573011144" sldId="2147483648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AB3B9A-0F52-4DD5-9999-F19F44DB255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7778DA2-E4C3-4338-A1CB-D70BEE7600B1}">
      <dgm:prSet/>
      <dgm:spPr/>
      <dgm:t>
        <a:bodyPr/>
        <a:lstStyle/>
        <a:p>
          <a:r>
            <a:rPr lang="en-US"/>
            <a:t>Data Preparation</a:t>
          </a:r>
        </a:p>
      </dgm:t>
    </dgm:pt>
    <dgm:pt modelId="{096E0CB0-44AA-414F-B688-3362188BE439}" type="parTrans" cxnId="{FE748DB8-2BDA-4517-8FD6-226C2D1E1E3A}">
      <dgm:prSet/>
      <dgm:spPr/>
      <dgm:t>
        <a:bodyPr/>
        <a:lstStyle/>
        <a:p>
          <a:endParaRPr lang="en-US"/>
        </a:p>
      </dgm:t>
    </dgm:pt>
    <dgm:pt modelId="{0A22B3B2-1A95-47DB-9D22-1C9940720B7E}" type="sibTrans" cxnId="{FE748DB8-2BDA-4517-8FD6-226C2D1E1E3A}">
      <dgm:prSet/>
      <dgm:spPr/>
      <dgm:t>
        <a:bodyPr/>
        <a:lstStyle/>
        <a:p>
          <a:endParaRPr lang="en-US"/>
        </a:p>
      </dgm:t>
    </dgm:pt>
    <dgm:pt modelId="{DD70BBDF-87DF-4E31-A80E-1AE04252CB1A}">
      <dgm:prSet/>
      <dgm:spPr/>
      <dgm:t>
        <a:bodyPr/>
        <a:lstStyle/>
        <a:p>
          <a:r>
            <a:rPr lang="en-US"/>
            <a:t>Constructing the LSTM Model</a:t>
          </a:r>
        </a:p>
      </dgm:t>
    </dgm:pt>
    <dgm:pt modelId="{FCFEB18E-6684-48C7-8EC8-372920BB48C9}" type="parTrans" cxnId="{FD46FE2A-4905-4133-BF74-D59D497A8A7B}">
      <dgm:prSet/>
      <dgm:spPr/>
      <dgm:t>
        <a:bodyPr/>
        <a:lstStyle/>
        <a:p>
          <a:endParaRPr lang="en-US"/>
        </a:p>
      </dgm:t>
    </dgm:pt>
    <dgm:pt modelId="{E77EEC0E-68B0-493F-9999-9E1514F6D4FB}" type="sibTrans" cxnId="{FD46FE2A-4905-4133-BF74-D59D497A8A7B}">
      <dgm:prSet/>
      <dgm:spPr/>
      <dgm:t>
        <a:bodyPr/>
        <a:lstStyle/>
        <a:p>
          <a:endParaRPr lang="en-US"/>
        </a:p>
      </dgm:t>
    </dgm:pt>
    <dgm:pt modelId="{71363F2C-4C4F-4899-A8F5-3D62172A7A23}">
      <dgm:prSet/>
      <dgm:spPr/>
      <dgm:t>
        <a:bodyPr/>
        <a:lstStyle/>
        <a:p>
          <a:r>
            <a:rPr lang="en-US"/>
            <a:t>Training and Evaluation</a:t>
          </a:r>
        </a:p>
      </dgm:t>
    </dgm:pt>
    <dgm:pt modelId="{3C2EBCCF-4B5A-45C9-9D82-F6747F4E2B72}" type="parTrans" cxnId="{E7E9AFDE-EB91-47AC-A920-AB92A6032E79}">
      <dgm:prSet/>
      <dgm:spPr/>
      <dgm:t>
        <a:bodyPr/>
        <a:lstStyle/>
        <a:p>
          <a:endParaRPr lang="en-US"/>
        </a:p>
      </dgm:t>
    </dgm:pt>
    <dgm:pt modelId="{815DA5F2-0703-453C-957A-3761BFD1F976}" type="sibTrans" cxnId="{E7E9AFDE-EB91-47AC-A920-AB92A6032E79}">
      <dgm:prSet/>
      <dgm:spPr/>
      <dgm:t>
        <a:bodyPr/>
        <a:lstStyle/>
        <a:p>
          <a:endParaRPr lang="en-US"/>
        </a:p>
      </dgm:t>
    </dgm:pt>
    <dgm:pt modelId="{DF82322C-BB6A-4076-AB15-0448B132020F}">
      <dgm:prSet/>
      <dgm:spPr/>
      <dgm:t>
        <a:bodyPr/>
        <a:lstStyle/>
        <a:p>
          <a:r>
            <a:rPr lang="en-US"/>
            <a:t>Insights and Model Comparison</a:t>
          </a:r>
        </a:p>
      </dgm:t>
    </dgm:pt>
    <dgm:pt modelId="{B3C526AB-1DA2-47F3-B206-69CF313127D8}" type="parTrans" cxnId="{7D0F8DA8-2F29-4AF4-A403-A44F4CAC3740}">
      <dgm:prSet/>
      <dgm:spPr/>
      <dgm:t>
        <a:bodyPr/>
        <a:lstStyle/>
        <a:p>
          <a:endParaRPr lang="en-US"/>
        </a:p>
      </dgm:t>
    </dgm:pt>
    <dgm:pt modelId="{502A81AA-B4A8-4BF9-BA81-253A48673DE0}" type="sibTrans" cxnId="{7D0F8DA8-2F29-4AF4-A403-A44F4CAC3740}">
      <dgm:prSet/>
      <dgm:spPr/>
      <dgm:t>
        <a:bodyPr/>
        <a:lstStyle/>
        <a:p>
          <a:endParaRPr lang="en-US"/>
        </a:p>
      </dgm:t>
    </dgm:pt>
    <dgm:pt modelId="{80E0FE42-2C3C-4862-9E8F-6BAAA53E56D5}" type="pres">
      <dgm:prSet presAssocID="{AAAB3B9A-0F52-4DD5-9999-F19F44DB255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4740C8E-78B6-4AC0-A44E-4BCC5B4B02DC}" type="pres">
      <dgm:prSet presAssocID="{97778DA2-E4C3-4338-A1CB-D70BEE7600B1}" presName="hierRoot1" presStyleCnt="0">
        <dgm:presLayoutVars>
          <dgm:hierBranch val="init"/>
        </dgm:presLayoutVars>
      </dgm:prSet>
      <dgm:spPr/>
    </dgm:pt>
    <dgm:pt modelId="{032A21CE-4128-4665-968C-B968EB97D448}" type="pres">
      <dgm:prSet presAssocID="{97778DA2-E4C3-4338-A1CB-D70BEE7600B1}" presName="rootComposite1" presStyleCnt="0"/>
      <dgm:spPr/>
    </dgm:pt>
    <dgm:pt modelId="{18D16644-44CA-45CE-9407-3988DD831C6E}" type="pres">
      <dgm:prSet presAssocID="{97778DA2-E4C3-4338-A1CB-D70BEE7600B1}" presName="rootText1" presStyleLbl="node0" presStyleIdx="0" presStyleCnt="4">
        <dgm:presLayoutVars>
          <dgm:chPref val="3"/>
        </dgm:presLayoutVars>
      </dgm:prSet>
      <dgm:spPr/>
    </dgm:pt>
    <dgm:pt modelId="{55FEEC5D-3EA2-4546-93AB-29F03B7134DF}" type="pres">
      <dgm:prSet presAssocID="{97778DA2-E4C3-4338-A1CB-D70BEE7600B1}" presName="rootConnector1" presStyleLbl="node1" presStyleIdx="0" presStyleCnt="0"/>
      <dgm:spPr/>
    </dgm:pt>
    <dgm:pt modelId="{B9D71727-64D4-4775-A5B6-3C56BBB640BF}" type="pres">
      <dgm:prSet presAssocID="{97778DA2-E4C3-4338-A1CB-D70BEE7600B1}" presName="hierChild2" presStyleCnt="0"/>
      <dgm:spPr/>
    </dgm:pt>
    <dgm:pt modelId="{DC7DE511-97C0-4267-9938-714C54B28757}" type="pres">
      <dgm:prSet presAssocID="{97778DA2-E4C3-4338-A1CB-D70BEE7600B1}" presName="hierChild3" presStyleCnt="0"/>
      <dgm:spPr/>
    </dgm:pt>
    <dgm:pt modelId="{D9E80B82-6388-4D99-97AC-52C4EB0EC8F2}" type="pres">
      <dgm:prSet presAssocID="{DD70BBDF-87DF-4E31-A80E-1AE04252CB1A}" presName="hierRoot1" presStyleCnt="0">
        <dgm:presLayoutVars>
          <dgm:hierBranch val="init"/>
        </dgm:presLayoutVars>
      </dgm:prSet>
      <dgm:spPr/>
    </dgm:pt>
    <dgm:pt modelId="{36704BA5-0C3F-4AE9-93BA-4A4ABCCF6A21}" type="pres">
      <dgm:prSet presAssocID="{DD70BBDF-87DF-4E31-A80E-1AE04252CB1A}" presName="rootComposite1" presStyleCnt="0"/>
      <dgm:spPr/>
    </dgm:pt>
    <dgm:pt modelId="{3CBF9EEC-C611-4ABA-819E-90EF32C02091}" type="pres">
      <dgm:prSet presAssocID="{DD70BBDF-87DF-4E31-A80E-1AE04252CB1A}" presName="rootText1" presStyleLbl="node0" presStyleIdx="1" presStyleCnt="4">
        <dgm:presLayoutVars>
          <dgm:chPref val="3"/>
        </dgm:presLayoutVars>
      </dgm:prSet>
      <dgm:spPr/>
    </dgm:pt>
    <dgm:pt modelId="{A2EE46C2-7B76-4C11-ADA3-49694973F5EB}" type="pres">
      <dgm:prSet presAssocID="{DD70BBDF-87DF-4E31-A80E-1AE04252CB1A}" presName="rootConnector1" presStyleLbl="node1" presStyleIdx="0" presStyleCnt="0"/>
      <dgm:spPr/>
    </dgm:pt>
    <dgm:pt modelId="{4F34E518-9996-45EB-9B8A-57BD3B54A174}" type="pres">
      <dgm:prSet presAssocID="{DD70BBDF-87DF-4E31-A80E-1AE04252CB1A}" presName="hierChild2" presStyleCnt="0"/>
      <dgm:spPr/>
    </dgm:pt>
    <dgm:pt modelId="{519C5A6E-F653-40CC-BFF0-E2907BF3FF19}" type="pres">
      <dgm:prSet presAssocID="{DD70BBDF-87DF-4E31-A80E-1AE04252CB1A}" presName="hierChild3" presStyleCnt="0"/>
      <dgm:spPr/>
    </dgm:pt>
    <dgm:pt modelId="{2BCEFF63-0421-4092-A8A7-8BF1B0C20494}" type="pres">
      <dgm:prSet presAssocID="{71363F2C-4C4F-4899-A8F5-3D62172A7A23}" presName="hierRoot1" presStyleCnt="0">
        <dgm:presLayoutVars>
          <dgm:hierBranch val="init"/>
        </dgm:presLayoutVars>
      </dgm:prSet>
      <dgm:spPr/>
    </dgm:pt>
    <dgm:pt modelId="{8F4F70D2-DA7D-432B-B4DF-C4EF7C3CDE1A}" type="pres">
      <dgm:prSet presAssocID="{71363F2C-4C4F-4899-A8F5-3D62172A7A23}" presName="rootComposite1" presStyleCnt="0"/>
      <dgm:spPr/>
    </dgm:pt>
    <dgm:pt modelId="{2A092EC8-0ED9-40E5-933B-028EB57D4886}" type="pres">
      <dgm:prSet presAssocID="{71363F2C-4C4F-4899-A8F5-3D62172A7A23}" presName="rootText1" presStyleLbl="node0" presStyleIdx="2" presStyleCnt="4">
        <dgm:presLayoutVars>
          <dgm:chPref val="3"/>
        </dgm:presLayoutVars>
      </dgm:prSet>
      <dgm:spPr/>
    </dgm:pt>
    <dgm:pt modelId="{45A704DF-58F1-42DA-B724-883E19FD12C0}" type="pres">
      <dgm:prSet presAssocID="{71363F2C-4C4F-4899-A8F5-3D62172A7A23}" presName="rootConnector1" presStyleLbl="node1" presStyleIdx="0" presStyleCnt="0"/>
      <dgm:spPr/>
    </dgm:pt>
    <dgm:pt modelId="{F661E5AF-43EC-4ADF-84D3-3A12B93BED68}" type="pres">
      <dgm:prSet presAssocID="{71363F2C-4C4F-4899-A8F5-3D62172A7A23}" presName="hierChild2" presStyleCnt="0"/>
      <dgm:spPr/>
    </dgm:pt>
    <dgm:pt modelId="{739F722A-CDFF-4392-A665-D47A802577AA}" type="pres">
      <dgm:prSet presAssocID="{71363F2C-4C4F-4899-A8F5-3D62172A7A23}" presName="hierChild3" presStyleCnt="0"/>
      <dgm:spPr/>
    </dgm:pt>
    <dgm:pt modelId="{6E3B7B40-4CD0-4D7D-8D8C-0FAE74700D11}" type="pres">
      <dgm:prSet presAssocID="{DF82322C-BB6A-4076-AB15-0448B132020F}" presName="hierRoot1" presStyleCnt="0">
        <dgm:presLayoutVars>
          <dgm:hierBranch val="init"/>
        </dgm:presLayoutVars>
      </dgm:prSet>
      <dgm:spPr/>
    </dgm:pt>
    <dgm:pt modelId="{D249E1A6-0287-4B4F-9675-263A9FFECE1F}" type="pres">
      <dgm:prSet presAssocID="{DF82322C-BB6A-4076-AB15-0448B132020F}" presName="rootComposite1" presStyleCnt="0"/>
      <dgm:spPr/>
    </dgm:pt>
    <dgm:pt modelId="{25A81EDB-301A-4279-A2C3-1F9CAA2A38C5}" type="pres">
      <dgm:prSet presAssocID="{DF82322C-BB6A-4076-AB15-0448B132020F}" presName="rootText1" presStyleLbl="node0" presStyleIdx="3" presStyleCnt="4">
        <dgm:presLayoutVars>
          <dgm:chPref val="3"/>
        </dgm:presLayoutVars>
      </dgm:prSet>
      <dgm:spPr/>
    </dgm:pt>
    <dgm:pt modelId="{D1646FF0-242C-4BE3-B4D4-B3BF02887239}" type="pres">
      <dgm:prSet presAssocID="{DF82322C-BB6A-4076-AB15-0448B132020F}" presName="rootConnector1" presStyleLbl="node1" presStyleIdx="0" presStyleCnt="0"/>
      <dgm:spPr/>
    </dgm:pt>
    <dgm:pt modelId="{74A2505C-9D53-4CCF-A2D5-E5FD8690F9D3}" type="pres">
      <dgm:prSet presAssocID="{DF82322C-BB6A-4076-AB15-0448B132020F}" presName="hierChild2" presStyleCnt="0"/>
      <dgm:spPr/>
    </dgm:pt>
    <dgm:pt modelId="{995C6F5E-1F3C-4AD5-8988-BAC8A479B93C}" type="pres">
      <dgm:prSet presAssocID="{DF82322C-BB6A-4076-AB15-0448B132020F}" presName="hierChild3" presStyleCnt="0"/>
      <dgm:spPr/>
    </dgm:pt>
  </dgm:ptLst>
  <dgm:cxnLst>
    <dgm:cxn modelId="{E1F09009-908A-4C8B-B62F-8CED6C9DFA16}" type="presOf" srcId="{97778DA2-E4C3-4338-A1CB-D70BEE7600B1}" destId="{55FEEC5D-3EA2-4546-93AB-29F03B7134DF}" srcOrd="1" destOrd="0" presId="urn:microsoft.com/office/officeart/2005/8/layout/orgChart1"/>
    <dgm:cxn modelId="{018F0723-0A9A-499E-951F-B80ED37A1A1E}" type="presOf" srcId="{97778DA2-E4C3-4338-A1CB-D70BEE7600B1}" destId="{18D16644-44CA-45CE-9407-3988DD831C6E}" srcOrd="0" destOrd="0" presId="urn:microsoft.com/office/officeart/2005/8/layout/orgChart1"/>
    <dgm:cxn modelId="{FD46FE2A-4905-4133-BF74-D59D497A8A7B}" srcId="{AAAB3B9A-0F52-4DD5-9999-F19F44DB255B}" destId="{DD70BBDF-87DF-4E31-A80E-1AE04252CB1A}" srcOrd="1" destOrd="0" parTransId="{FCFEB18E-6684-48C7-8EC8-372920BB48C9}" sibTransId="{E77EEC0E-68B0-493F-9999-9E1514F6D4FB}"/>
    <dgm:cxn modelId="{F356CB39-F1A1-4918-920C-3F602D1E3B06}" type="presOf" srcId="{DF82322C-BB6A-4076-AB15-0448B132020F}" destId="{D1646FF0-242C-4BE3-B4D4-B3BF02887239}" srcOrd="1" destOrd="0" presId="urn:microsoft.com/office/officeart/2005/8/layout/orgChart1"/>
    <dgm:cxn modelId="{7717CE69-B29F-4774-A32F-DFD526434A48}" type="presOf" srcId="{71363F2C-4C4F-4899-A8F5-3D62172A7A23}" destId="{45A704DF-58F1-42DA-B724-883E19FD12C0}" srcOrd="1" destOrd="0" presId="urn:microsoft.com/office/officeart/2005/8/layout/orgChart1"/>
    <dgm:cxn modelId="{3DA59A99-6573-4C86-8AF5-4B7FF356BD19}" type="presOf" srcId="{71363F2C-4C4F-4899-A8F5-3D62172A7A23}" destId="{2A092EC8-0ED9-40E5-933B-028EB57D4886}" srcOrd="0" destOrd="0" presId="urn:microsoft.com/office/officeart/2005/8/layout/orgChart1"/>
    <dgm:cxn modelId="{7D0F8DA8-2F29-4AF4-A403-A44F4CAC3740}" srcId="{AAAB3B9A-0F52-4DD5-9999-F19F44DB255B}" destId="{DF82322C-BB6A-4076-AB15-0448B132020F}" srcOrd="3" destOrd="0" parTransId="{B3C526AB-1DA2-47F3-B206-69CF313127D8}" sibTransId="{502A81AA-B4A8-4BF9-BA81-253A48673DE0}"/>
    <dgm:cxn modelId="{FE748DB8-2BDA-4517-8FD6-226C2D1E1E3A}" srcId="{AAAB3B9A-0F52-4DD5-9999-F19F44DB255B}" destId="{97778DA2-E4C3-4338-A1CB-D70BEE7600B1}" srcOrd="0" destOrd="0" parTransId="{096E0CB0-44AA-414F-B688-3362188BE439}" sibTransId="{0A22B3B2-1A95-47DB-9D22-1C9940720B7E}"/>
    <dgm:cxn modelId="{CD8B58BE-4C2C-4B61-905B-FC7312B7B024}" type="presOf" srcId="{AAAB3B9A-0F52-4DD5-9999-F19F44DB255B}" destId="{80E0FE42-2C3C-4862-9E8F-6BAAA53E56D5}" srcOrd="0" destOrd="0" presId="urn:microsoft.com/office/officeart/2005/8/layout/orgChart1"/>
    <dgm:cxn modelId="{3C812CC6-00AD-4E1F-936E-64B1AE71235D}" type="presOf" srcId="{DD70BBDF-87DF-4E31-A80E-1AE04252CB1A}" destId="{A2EE46C2-7B76-4C11-ADA3-49694973F5EB}" srcOrd="1" destOrd="0" presId="urn:microsoft.com/office/officeart/2005/8/layout/orgChart1"/>
    <dgm:cxn modelId="{194F46D9-19C2-49B3-A750-FA9BFC8F6117}" type="presOf" srcId="{DD70BBDF-87DF-4E31-A80E-1AE04252CB1A}" destId="{3CBF9EEC-C611-4ABA-819E-90EF32C02091}" srcOrd="0" destOrd="0" presId="urn:microsoft.com/office/officeart/2005/8/layout/orgChart1"/>
    <dgm:cxn modelId="{773602DD-9684-4D06-8DF3-4F47948F516C}" type="presOf" srcId="{DF82322C-BB6A-4076-AB15-0448B132020F}" destId="{25A81EDB-301A-4279-A2C3-1F9CAA2A38C5}" srcOrd="0" destOrd="0" presId="urn:microsoft.com/office/officeart/2005/8/layout/orgChart1"/>
    <dgm:cxn modelId="{E7E9AFDE-EB91-47AC-A920-AB92A6032E79}" srcId="{AAAB3B9A-0F52-4DD5-9999-F19F44DB255B}" destId="{71363F2C-4C4F-4899-A8F5-3D62172A7A23}" srcOrd="2" destOrd="0" parTransId="{3C2EBCCF-4B5A-45C9-9D82-F6747F4E2B72}" sibTransId="{815DA5F2-0703-453C-957A-3761BFD1F976}"/>
    <dgm:cxn modelId="{3D3FC635-EDF8-4A5C-A8DB-D18410B6CA70}" type="presParOf" srcId="{80E0FE42-2C3C-4862-9E8F-6BAAA53E56D5}" destId="{64740C8E-78B6-4AC0-A44E-4BCC5B4B02DC}" srcOrd="0" destOrd="0" presId="urn:microsoft.com/office/officeart/2005/8/layout/orgChart1"/>
    <dgm:cxn modelId="{539006CB-5A00-42F4-A908-9819AE98C888}" type="presParOf" srcId="{64740C8E-78B6-4AC0-A44E-4BCC5B4B02DC}" destId="{032A21CE-4128-4665-968C-B968EB97D448}" srcOrd="0" destOrd="0" presId="urn:microsoft.com/office/officeart/2005/8/layout/orgChart1"/>
    <dgm:cxn modelId="{8460EB62-0E47-446C-8883-4382EFC09EEA}" type="presParOf" srcId="{032A21CE-4128-4665-968C-B968EB97D448}" destId="{18D16644-44CA-45CE-9407-3988DD831C6E}" srcOrd="0" destOrd="0" presId="urn:microsoft.com/office/officeart/2005/8/layout/orgChart1"/>
    <dgm:cxn modelId="{B7BA7ADD-80D4-4623-9E13-2ED32545C921}" type="presParOf" srcId="{032A21CE-4128-4665-968C-B968EB97D448}" destId="{55FEEC5D-3EA2-4546-93AB-29F03B7134DF}" srcOrd="1" destOrd="0" presId="urn:microsoft.com/office/officeart/2005/8/layout/orgChart1"/>
    <dgm:cxn modelId="{59AAABD2-8742-4DCF-8ADE-D4750C1B161A}" type="presParOf" srcId="{64740C8E-78B6-4AC0-A44E-4BCC5B4B02DC}" destId="{B9D71727-64D4-4775-A5B6-3C56BBB640BF}" srcOrd="1" destOrd="0" presId="urn:microsoft.com/office/officeart/2005/8/layout/orgChart1"/>
    <dgm:cxn modelId="{EB9B8C8F-E8C3-461A-B599-71C6F9D7A07E}" type="presParOf" srcId="{64740C8E-78B6-4AC0-A44E-4BCC5B4B02DC}" destId="{DC7DE511-97C0-4267-9938-714C54B28757}" srcOrd="2" destOrd="0" presId="urn:microsoft.com/office/officeart/2005/8/layout/orgChart1"/>
    <dgm:cxn modelId="{724EE74B-BD8F-4343-A284-8A5DF1E32433}" type="presParOf" srcId="{80E0FE42-2C3C-4862-9E8F-6BAAA53E56D5}" destId="{D9E80B82-6388-4D99-97AC-52C4EB0EC8F2}" srcOrd="1" destOrd="0" presId="urn:microsoft.com/office/officeart/2005/8/layout/orgChart1"/>
    <dgm:cxn modelId="{71C2ABE9-4C08-4ABB-9AB2-54C4E473B1D4}" type="presParOf" srcId="{D9E80B82-6388-4D99-97AC-52C4EB0EC8F2}" destId="{36704BA5-0C3F-4AE9-93BA-4A4ABCCF6A21}" srcOrd="0" destOrd="0" presId="urn:microsoft.com/office/officeart/2005/8/layout/orgChart1"/>
    <dgm:cxn modelId="{10CC8B95-D441-4FAC-9817-A2D0E2401921}" type="presParOf" srcId="{36704BA5-0C3F-4AE9-93BA-4A4ABCCF6A21}" destId="{3CBF9EEC-C611-4ABA-819E-90EF32C02091}" srcOrd="0" destOrd="0" presId="urn:microsoft.com/office/officeart/2005/8/layout/orgChart1"/>
    <dgm:cxn modelId="{521D38BB-4829-4DC6-8780-395EA9B6A4C6}" type="presParOf" srcId="{36704BA5-0C3F-4AE9-93BA-4A4ABCCF6A21}" destId="{A2EE46C2-7B76-4C11-ADA3-49694973F5EB}" srcOrd="1" destOrd="0" presId="urn:microsoft.com/office/officeart/2005/8/layout/orgChart1"/>
    <dgm:cxn modelId="{AF73E9D7-DBD1-4B97-BACE-DD5495C58074}" type="presParOf" srcId="{D9E80B82-6388-4D99-97AC-52C4EB0EC8F2}" destId="{4F34E518-9996-45EB-9B8A-57BD3B54A174}" srcOrd="1" destOrd="0" presId="urn:microsoft.com/office/officeart/2005/8/layout/orgChart1"/>
    <dgm:cxn modelId="{53F28525-4751-44FC-A8EC-F3A1C988E9BF}" type="presParOf" srcId="{D9E80B82-6388-4D99-97AC-52C4EB0EC8F2}" destId="{519C5A6E-F653-40CC-BFF0-E2907BF3FF19}" srcOrd="2" destOrd="0" presId="urn:microsoft.com/office/officeart/2005/8/layout/orgChart1"/>
    <dgm:cxn modelId="{C8FC3620-252B-49D1-B384-7CE4AACEA3EF}" type="presParOf" srcId="{80E0FE42-2C3C-4862-9E8F-6BAAA53E56D5}" destId="{2BCEFF63-0421-4092-A8A7-8BF1B0C20494}" srcOrd="2" destOrd="0" presId="urn:microsoft.com/office/officeart/2005/8/layout/orgChart1"/>
    <dgm:cxn modelId="{95544D5A-E50D-47AD-B057-54BD10AA21E4}" type="presParOf" srcId="{2BCEFF63-0421-4092-A8A7-8BF1B0C20494}" destId="{8F4F70D2-DA7D-432B-B4DF-C4EF7C3CDE1A}" srcOrd="0" destOrd="0" presId="urn:microsoft.com/office/officeart/2005/8/layout/orgChart1"/>
    <dgm:cxn modelId="{10D75890-5442-49F8-A3B3-7B4001E7AC4A}" type="presParOf" srcId="{8F4F70D2-DA7D-432B-B4DF-C4EF7C3CDE1A}" destId="{2A092EC8-0ED9-40E5-933B-028EB57D4886}" srcOrd="0" destOrd="0" presId="urn:microsoft.com/office/officeart/2005/8/layout/orgChart1"/>
    <dgm:cxn modelId="{A62E49F3-57CB-4A8F-8255-582D31852585}" type="presParOf" srcId="{8F4F70D2-DA7D-432B-B4DF-C4EF7C3CDE1A}" destId="{45A704DF-58F1-42DA-B724-883E19FD12C0}" srcOrd="1" destOrd="0" presId="urn:microsoft.com/office/officeart/2005/8/layout/orgChart1"/>
    <dgm:cxn modelId="{C47571D7-CC75-4DB1-8BFA-62252676F1F6}" type="presParOf" srcId="{2BCEFF63-0421-4092-A8A7-8BF1B0C20494}" destId="{F661E5AF-43EC-4ADF-84D3-3A12B93BED68}" srcOrd="1" destOrd="0" presId="urn:microsoft.com/office/officeart/2005/8/layout/orgChart1"/>
    <dgm:cxn modelId="{7CD6AA11-1F20-474D-8A5B-B3E8F91761BC}" type="presParOf" srcId="{2BCEFF63-0421-4092-A8A7-8BF1B0C20494}" destId="{739F722A-CDFF-4392-A665-D47A802577AA}" srcOrd="2" destOrd="0" presId="urn:microsoft.com/office/officeart/2005/8/layout/orgChart1"/>
    <dgm:cxn modelId="{9CBDB0EF-7F46-4691-AC23-4A1B3702C7E0}" type="presParOf" srcId="{80E0FE42-2C3C-4862-9E8F-6BAAA53E56D5}" destId="{6E3B7B40-4CD0-4D7D-8D8C-0FAE74700D11}" srcOrd="3" destOrd="0" presId="urn:microsoft.com/office/officeart/2005/8/layout/orgChart1"/>
    <dgm:cxn modelId="{9A36C8FE-0351-4E9D-BF94-D3BACA175A19}" type="presParOf" srcId="{6E3B7B40-4CD0-4D7D-8D8C-0FAE74700D11}" destId="{D249E1A6-0287-4B4F-9675-263A9FFECE1F}" srcOrd="0" destOrd="0" presId="urn:microsoft.com/office/officeart/2005/8/layout/orgChart1"/>
    <dgm:cxn modelId="{451ECD09-375F-4C70-8D2D-661040A32BD3}" type="presParOf" srcId="{D249E1A6-0287-4B4F-9675-263A9FFECE1F}" destId="{25A81EDB-301A-4279-A2C3-1F9CAA2A38C5}" srcOrd="0" destOrd="0" presId="urn:microsoft.com/office/officeart/2005/8/layout/orgChart1"/>
    <dgm:cxn modelId="{721C41F1-9A0E-4A7A-B5AE-246031723CB4}" type="presParOf" srcId="{D249E1A6-0287-4B4F-9675-263A9FFECE1F}" destId="{D1646FF0-242C-4BE3-B4D4-B3BF02887239}" srcOrd="1" destOrd="0" presId="urn:microsoft.com/office/officeart/2005/8/layout/orgChart1"/>
    <dgm:cxn modelId="{AD35F085-D182-4880-B181-99C0F989FED2}" type="presParOf" srcId="{6E3B7B40-4CD0-4D7D-8D8C-0FAE74700D11}" destId="{74A2505C-9D53-4CCF-A2D5-E5FD8690F9D3}" srcOrd="1" destOrd="0" presId="urn:microsoft.com/office/officeart/2005/8/layout/orgChart1"/>
    <dgm:cxn modelId="{389B99DC-D803-4652-89F1-15D105EE85B3}" type="presParOf" srcId="{6E3B7B40-4CD0-4D7D-8D8C-0FAE74700D11}" destId="{995C6F5E-1F3C-4AD5-8988-BAC8A479B93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D16644-44CA-45CE-9407-3988DD831C6E}">
      <dsp:nvSpPr>
        <dsp:cNvPr id="0" name=""/>
        <dsp:cNvSpPr/>
      </dsp:nvSpPr>
      <dsp:spPr>
        <a:xfrm>
          <a:off x="5652" y="1506957"/>
          <a:ext cx="2357780" cy="1178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Data Preparation</a:t>
          </a:r>
        </a:p>
      </dsp:txBody>
      <dsp:txXfrm>
        <a:off x="5652" y="1506957"/>
        <a:ext cx="2357780" cy="1178890"/>
      </dsp:txXfrm>
    </dsp:sp>
    <dsp:sp modelId="{3CBF9EEC-C611-4ABA-819E-90EF32C02091}">
      <dsp:nvSpPr>
        <dsp:cNvPr id="0" name=""/>
        <dsp:cNvSpPr/>
      </dsp:nvSpPr>
      <dsp:spPr>
        <a:xfrm>
          <a:off x="2858567" y="1506957"/>
          <a:ext cx="2357780" cy="1178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Constructing the LSTM Model</a:t>
          </a:r>
        </a:p>
      </dsp:txBody>
      <dsp:txXfrm>
        <a:off x="2858567" y="1506957"/>
        <a:ext cx="2357780" cy="1178890"/>
      </dsp:txXfrm>
    </dsp:sp>
    <dsp:sp modelId="{2A092EC8-0ED9-40E5-933B-028EB57D4886}">
      <dsp:nvSpPr>
        <dsp:cNvPr id="0" name=""/>
        <dsp:cNvSpPr/>
      </dsp:nvSpPr>
      <dsp:spPr>
        <a:xfrm>
          <a:off x="5711481" y="1506957"/>
          <a:ext cx="2357780" cy="1178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Training and Evaluation</a:t>
          </a:r>
        </a:p>
      </dsp:txBody>
      <dsp:txXfrm>
        <a:off x="5711481" y="1506957"/>
        <a:ext cx="2357780" cy="1178890"/>
      </dsp:txXfrm>
    </dsp:sp>
    <dsp:sp modelId="{25A81EDB-301A-4279-A2C3-1F9CAA2A38C5}">
      <dsp:nvSpPr>
        <dsp:cNvPr id="0" name=""/>
        <dsp:cNvSpPr/>
      </dsp:nvSpPr>
      <dsp:spPr>
        <a:xfrm>
          <a:off x="8564395" y="1506957"/>
          <a:ext cx="2357780" cy="1178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Insights and Model Comparison</a:t>
          </a:r>
        </a:p>
      </dsp:txBody>
      <dsp:txXfrm>
        <a:off x="8564395" y="1506957"/>
        <a:ext cx="2357780" cy="1178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0B40F-B1A8-CE53-09D3-97A556C8A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D8D6A-DC41-014A-3EA0-DFBB45BD6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C2FCE-97D1-331F-F375-D5CE32A8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6484-F0E0-4A27-AF8C-7162B86B0F7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67AF9-0241-2C0C-0C27-82C0577ED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22868-39DD-2EB7-68B4-6249882D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9E80-B527-4282-9101-3B990A59D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14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83F32-F1FB-3626-328D-440B22903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71F4B-FD11-C167-4513-1094C84FF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3D575-9749-94D4-690D-34BD4C06C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6484-F0E0-4A27-AF8C-7162B86B0F7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30C9E-788C-1C86-836B-037EF6AA2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FF9B3-4FB0-47AA-82CD-15C584B1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9E80-B527-4282-9101-3B990A59D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2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9F8FF-3473-A783-53F9-8CFDAB9E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DA1F3-7F1E-BCF7-FBDD-BFBEDC3BE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FE10D-D1F2-3AFD-9419-92DB4FFD4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6484-F0E0-4A27-AF8C-7162B86B0F7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C6AC6-E9A4-B881-11BA-876EB7D1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AAF86-AD4B-4701-2469-88142E8BE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9E80-B527-4282-9101-3B990A59D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30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6EF77-68A1-7DD9-3706-7E9F0216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1EA47-8022-7180-7286-1944A0850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7E5CB-1286-A61C-7F05-B95F311B9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E8FE3-5A7A-3775-E7EE-80DB9FA91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6484-F0E0-4A27-AF8C-7162B86B0F7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0A31F-234A-4991-9260-396D33D7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E0164-24D9-1C01-C304-221E7D077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9E80-B527-4282-9101-3B990A59D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47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685E1-9B42-C2ED-837A-076586800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AF5D6-6806-6A6D-FEE6-9236F2CDD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664E4-0979-F938-344F-EA607A42A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6EABC0-387E-576B-0A6B-3EF7B2723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B4161A-4F9C-D889-2F41-033791A4D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79A84A-0322-8267-AEC5-057CF5B5E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6484-F0E0-4A27-AF8C-7162B86B0F7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E5DBA8-6454-8F21-8B92-EA3670C5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43EE33-EAAB-D6B3-59E3-53BD7AA6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9E80-B527-4282-9101-3B990A59D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5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CD8A-2CA2-87DA-DE30-EB2F5C5C9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1C537-A824-C1B1-8AC9-734E8514D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6484-F0E0-4A27-AF8C-7162B86B0F7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E70BA-6EAD-470D-A339-0EB21649B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B35DB-8AB5-0F83-165C-6C217B28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9E80-B527-4282-9101-3B990A59D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4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8E209-9926-53E0-2E5E-904C8E810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6484-F0E0-4A27-AF8C-7162B86B0F7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04AE46-5894-8FD8-CD98-7E3493D5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39523-384F-246C-2F0A-BBAD3A50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9E80-B527-4282-9101-3B990A59D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87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6058E-DC06-1004-98C2-986E661BB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FDFDC-71A3-5349-D011-18508473A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75C11-8E0C-CD79-57E8-336CCCC19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44C97-510E-0B23-F5AE-F85021CAA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6484-F0E0-4A27-AF8C-7162B86B0F7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384B5-A3EC-4DD0-757A-62F25B7A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AEDA3-0246-BCAD-9094-0C93E1CB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9E80-B527-4282-9101-3B990A59D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64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390AC-DC51-DD06-1BB5-087249347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B0AECD-86CC-6EC9-CDFA-9CDAA7D32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1DB72-1B57-4202-541C-C7C3ED84D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6CDE7-580F-1872-3DF2-A02AD719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6484-F0E0-4A27-AF8C-7162B86B0F7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7821-771D-C708-C88E-19D86DE63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DC6C2-2575-E58B-45C1-276CE7AB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9E80-B527-4282-9101-3B990A59D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64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945E6-AD47-360E-9504-F21455BA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707B2-BA5E-2A55-D52D-5C1AA8C51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3C89-6B14-14D0-AB0D-109ADBC13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6484-F0E0-4A27-AF8C-7162B86B0F7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26A49-79FA-0B9F-5D14-C489ACAB0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7E22F-8AFF-E408-6030-FEBA445E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9E80-B527-4282-9101-3B990A59D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64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4F41B7-135C-BEDE-9F06-0C185B0E51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B9EFC-6863-0880-449A-474B10C6E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6BD9E-B814-EDEA-E08E-2A4E07AD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6484-F0E0-4A27-AF8C-7162B86B0F7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AF155-5BF1-06B1-F6B4-8BD0BE57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62B39-5B46-4B67-926E-2D6505AB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9E80-B527-4282-9101-3B990A59D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07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A4726-A5D9-50A2-783C-A66BF0C0E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CBC14-116F-2D5C-577F-AEB70B894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9904A-6755-4AFC-314C-DA741631F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06484-F0E0-4A27-AF8C-7162B86B0F79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D6A11-7799-A297-C661-2F392670F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CD22D-7793-0129-BE70-B7898B50B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349E80-B527-4282-9101-3B990A59D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11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eep-learning/deep-learning-introduction-to-long-short-term-memory/" TargetMode="External"/><Relationship Id="rId2" Type="http://schemas.openxmlformats.org/officeDocument/2006/relationships/hyperlink" Target="https://medium.com/@dbhatt245/how-to-develop-lstm-recurrent-neural-networks-for-time-series-prediction-in-python-tensorflow-2-0-c39c000c84e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chinelearningmastery.com/time-series-prediction-lstm-recurrent-neural-networks-python-kera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tutorials/structured_data/time_series" TargetMode="External"/><Relationship Id="rId2" Type="http://schemas.openxmlformats.org/officeDocument/2006/relationships/hyperlink" Target="https://www.kaggle.com/datasets/arashnic/time-series-forecasting-with-yahoo-stock-pri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time-series-from-scratch-decomposing-time-series-data-7b7ad0c30fe7/" TargetMode="External"/><Relationship Id="rId5" Type="http://schemas.openxmlformats.org/officeDocument/2006/relationships/hyperlink" Target="https://developer.nvidia.com/discover/lstm" TargetMode="External"/><Relationship Id="rId4" Type="http://schemas.openxmlformats.org/officeDocument/2006/relationships/hyperlink" Target="https://medium.com/@vineet.pandya/use-tensorflow-lstm-for-time-series-forecasting-770ec789d2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B948A-B209-D316-404A-6FD3B55D2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3400" b="1">
                <a:solidFill>
                  <a:schemeClr val="tx2"/>
                </a:solidFill>
              </a:rPr>
              <a:t>Time Series Prediction with LSTM in TensorFlow</a:t>
            </a:r>
            <a:endParaRPr lang="en-US" sz="34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1DB78E-D326-43FF-408F-5E64775DF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endParaRPr lang="en-US" sz="2000">
              <a:solidFill>
                <a:schemeClr val="tx2"/>
              </a:solidFill>
            </a:endParaRPr>
          </a:p>
        </p:txBody>
      </p:sp>
      <p:pic>
        <p:nvPicPr>
          <p:cNvPr id="7" name="Graphic 6" descr="Stopwatch">
            <a:extLst>
              <a:ext uri="{FF2B5EF4-FFF2-40B4-BE49-F238E27FC236}">
                <a16:creationId xmlns:a16="http://schemas.microsoft.com/office/drawing/2014/main" id="{ACA09F46-C477-11DE-89EA-A215955FD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6890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892F-FDB1-D55A-29F9-74FEDEE89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632AC9-D7B7-468F-DC6F-07037DB559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18305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3713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D0C5BF-1105-D068-7EAD-DD4AA5C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Preparation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6108C-C420-87FD-1117-ED25853EC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230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F8FE2-4A2D-17C6-A62C-9AC2AC35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7FBA6-37BF-23D3-2192-5FD9D671C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27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2E590-0C9D-3247-0716-3EEC7F713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B83D4-28E5-5CA4-925B-33469FCC9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77500" lnSpcReduction="20000"/>
          </a:bodyPr>
          <a:lstStyle/>
          <a:p>
            <a:r>
              <a:rPr lang="en-US" dirty="0"/>
              <a:t>Bhatt, D. (2025, October 15). </a:t>
            </a:r>
            <a:r>
              <a:rPr lang="en-US" i="1" dirty="0"/>
              <a:t>How To Develop LSTM Recurrent Neural Networks for Time Series Prediction in Python (TensorFlow 2.0)</a:t>
            </a:r>
            <a:r>
              <a:rPr lang="en-US" dirty="0"/>
              <a:t>. Medium. </a:t>
            </a:r>
            <a:r>
              <a:rPr lang="en-US" dirty="0">
                <a:hlinkClick r:id="rId2"/>
              </a:rPr>
              <a:t>https://medium.com/@dbhatt245/how-to-develop-lstm-recurrent-neural-networks-for-time-series-prediction-in-python-tensorflow-2-0-c39c000c84e9</a:t>
            </a:r>
            <a:r>
              <a:rPr lang="en-US" dirty="0"/>
              <a:t> </a:t>
            </a:r>
          </a:p>
          <a:p>
            <a:r>
              <a:rPr lang="en-US" dirty="0"/>
              <a:t>Aurélien </a:t>
            </a:r>
            <a:r>
              <a:rPr lang="en-US" dirty="0" err="1"/>
              <a:t>Géron</a:t>
            </a:r>
            <a:r>
              <a:rPr lang="en-US" dirty="0"/>
              <a:t>. (2019). </a:t>
            </a:r>
            <a:r>
              <a:rPr lang="en-US" i="1" dirty="0"/>
              <a:t>Hands-On Machine Learning with Scikit-Learn, </a:t>
            </a:r>
            <a:r>
              <a:rPr lang="en-US" i="1" dirty="0" err="1"/>
              <a:t>Keras</a:t>
            </a:r>
            <a:r>
              <a:rPr lang="en-US" i="1" dirty="0"/>
              <a:t>, and TensorFlow</a:t>
            </a:r>
            <a:r>
              <a:rPr lang="en-US" dirty="0"/>
              <a:t>. “O’Reilly Media, Inc.”</a:t>
            </a:r>
          </a:p>
          <a:p>
            <a:r>
              <a:rPr lang="en-US" dirty="0" err="1"/>
              <a:t>GeeksforGeeks</a:t>
            </a:r>
            <a:r>
              <a:rPr lang="en-US" dirty="0"/>
              <a:t>. (2019, January 16). </a:t>
            </a:r>
            <a:r>
              <a:rPr lang="en-US" i="1" dirty="0"/>
              <a:t>What is LSTM Long Short Term Memory?</a:t>
            </a:r>
            <a:r>
              <a:rPr lang="en-US" dirty="0"/>
              <a:t> </a:t>
            </a:r>
            <a:r>
              <a:rPr lang="en-US" dirty="0" err="1"/>
              <a:t>GeeksforGeeks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https://www.geeksforgeeks.org/deep-learning/deep-learning-introduction-to-long-short-term-memory/</a:t>
            </a:r>
            <a:r>
              <a:rPr lang="en-US" dirty="0"/>
              <a:t> </a:t>
            </a:r>
          </a:p>
          <a:p>
            <a:r>
              <a:rPr lang="en-US" dirty="0"/>
              <a:t>Brownlee, J. (2019, April 26). </a:t>
            </a:r>
            <a:r>
              <a:rPr lang="en-US" i="1" dirty="0"/>
              <a:t>Time Series Prediction with LSTM Recurrent Neural Networks in Python with </a:t>
            </a:r>
            <a:r>
              <a:rPr lang="en-US" i="1" dirty="0" err="1"/>
              <a:t>Keras</a:t>
            </a:r>
            <a:r>
              <a:rPr lang="en-US" dirty="0"/>
              <a:t>. Machine Learning Mastery. </a:t>
            </a:r>
            <a:r>
              <a:rPr lang="en-US" dirty="0">
                <a:hlinkClick r:id="rId4"/>
              </a:rPr>
              <a:t>https://machinelearningmastery.com/time-series-prediction-lstm-recurrent-neural-networks-python-keras/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56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35432-A7F5-281E-62ED-8EB6B3590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DA777-4CA4-5CCD-EC59-5D32A5FE0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000" i="1" dirty="0"/>
              <a:t>Time Series Forecasting with Yahoo Stock Price</a:t>
            </a:r>
            <a:r>
              <a:rPr lang="en-US" sz="2000" dirty="0"/>
              <a:t>. (n.d.). Www.kaggle.com. </a:t>
            </a:r>
            <a:r>
              <a:rPr lang="en-US" sz="2000" dirty="0">
                <a:hlinkClick r:id="rId2"/>
              </a:rPr>
              <a:t>https://www.kaggle.com/datasets/arashnic/time-series-forecasting-with-yahoo-stock-price</a:t>
            </a:r>
            <a:r>
              <a:rPr lang="en-US" sz="2000" dirty="0"/>
              <a:t> </a:t>
            </a:r>
          </a:p>
          <a:p>
            <a:r>
              <a:rPr lang="en-US" sz="2000" dirty="0"/>
              <a:t>Time series forecasting. (2009). </a:t>
            </a:r>
            <a:r>
              <a:rPr lang="en-US" sz="2000" i="1" dirty="0"/>
              <a:t>Time series forecasting  |  TensorFlow Core</a:t>
            </a:r>
            <a:r>
              <a:rPr lang="en-US" sz="2000" dirty="0"/>
              <a:t>. TensorFlow. </a:t>
            </a:r>
            <a:r>
              <a:rPr lang="en-US" sz="2000" dirty="0">
                <a:hlinkClick r:id="rId3"/>
              </a:rPr>
              <a:t>https://www.tensorflow.org/tutorials/structured_data/time_series</a:t>
            </a:r>
            <a:r>
              <a:rPr lang="en-US" sz="2000" dirty="0"/>
              <a:t> </a:t>
            </a:r>
          </a:p>
          <a:p>
            <a:r>
              <a:rPr lang="en-US" sz="2000" dirty="0"/>
              <a:t>PANDYA, V. (2023, May 6). </a:t>
            </a:r>
            <a:r>
              <a:rPr lang="en-US" sz="2000" i="1" dirty="0"/>
              <a:t>Use </a:t>
            </a:r>
            <a:r>
              <a:rPr lang="en-US" sz="2000" i="1" dirty="0" err="1"/>
              <a:t>Tensorflow</a:t>
            </a:r>
            <a:r>
              <a:rPr lang="en-US" sz="2000" i="1" dirty="0"/>
              <a:t> LSTM for Time Series Forecasting</a:t>
            </a:r>
            <a:r>
              <a:rPr lang="en-US" sz="2000" dirty="0"/>
              <a:t>. Medium. </a:t>
            </a:r>
            <a:r>
              <a:rPr lang="en-US" sz="2000" dirty="0">
                <a:hlinkClick r:id="rId4"/>
              </a:rPr>
              <a:t>https://medium.com/@vineet.pandya/use-tensorflow-lstm-for-time-series-forecasting-770ec789d2ce</a:t>
            </a:r>
            <a:r>
              <a:rPr lang="en-US" sz="2000" dirty="0"/>
              <a:t> </a:t>
            </a:r>
          </a:p>
          <a:p>
            <a:r>
              <a:rPr lang="en-US" sz="2000" dirty="0"/>
              <a:t>NVIDIA. (2018, August 3). </a:t>
            </a:r>
            <a:r>
              <a:rPr lang="en-US" sz="2000" i="1" dirty="0"/>
              <a:t>Long Short-Term Memory (LSTM)</a:t>
            </a:r>
            <a:r>
              <a:rPr lang="en-US" sz="2000" dirty="0"/>
              <a:t>. NVIDIA Developer. </a:t>
            </a:r>
            <a:r>
              <a:rPr lang="en-US" sz="2000" dirty="0">
                <a:hlinkClick r:id="rId5"/>
              </a:rPr>
              <a:t>https://developer.nvidia.com/discover/lstm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Radečić</a:t>
            </a:r>
            <a:r>
              <a:rPr lang="en-US" sz="2000" dirty="0"/>
              <a:t>, D. (2021, July 15). </a:t>
            </a:r>
            <a:r>
              <a:rPr lang="en-US" sz="2000" i="1" dirty="0"/>
              <a:t>Time Series From Scratch - Decomposing Time Series Data | Towards Data Science</a:t>
            </a:r>
            <a:r>
              <a:rPr lang="en-US" sz="2000" dirty="0"/>
              <a:t>. Towards Data Science. </a:t>
            </a:r>
            <a:r>
              <a:rPr lang="en-US" sz="2000" dirty="0">
                <a:hlinkClick r:id="rId6"/>
              </a:rPr>
              <a:t>https://towardsdatascience.com/time-series-from-scratch-decomposing-time-series-data-7b7ad0c30fe7/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71457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</TotalTime>
  <Words>311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Time Series Prediction with LSTM in TensorFlow</vt:lpstr>
      <vt:lpstr>Agenda</vt:lpstr>
      <vt:lpstr>Data Preparation</vt:lpstr>
      <vt:lpstr>PowerPoint Presentation</vt:lpstr>
      <vt:lpstr>Bibliography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Jeffrey Moe</dc:creator>
  <cp:lastModifiedBy>Jeffrey Moe</cp:lastModifiedBy>
  <cp:revision>1</cp:revision>
  <dcterms:created xsi:type="dcterms:W3CDTF">2026-01-31T21:30:46Z</dcterms:created>
  <dcterms:modified xsi:type="dcterms:W3CDTF">2026-02-01T18:49:29Z</dcterms:modified>
</cp:coreProperties>
</file>